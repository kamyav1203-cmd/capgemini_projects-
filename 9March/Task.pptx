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18"/>
  </p:notesMasterIdLst>
  <p:sldIdLst>
    <p:sldId id="361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10" r:id="rId15"/>
    <p:sldId id="311" r:id="rId16"/>
    <p:sldId id="313" r:id="rId17"/>
  </p:sldIdLst>
  <p:sldSz cx="9144000" cy="5143500" type="screen16x9"/>
  <p:notesSz cx="6858000" cy="9144000"/>
  <p:embeddedFontLst>
    <p:embeddedFont>
      <p:font typeface="Proxima Nova" panose="020B0604020202020204" charset="0"/>
      <p:regular r:id="rId19"/>
      <p:bold r:id="rId20"/>
      <p:italic r:id="rId21"/>
      <p:boldItalic r:id="rId22"/>
    </p:embeddedFont>
    <p:embeddedFont>
      <p:font typeface="Proxima Nova Semibold" panose="020B0604020202020204" charset="0"/>
      <p:regular r:id="rId23"/>
      <p:bold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5" roundtripDataSignature="AMtx7miPhXGxc0iE9gpBlCh+HQf++Ga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0B625-0A3F-F891-772A-E3B19C12F2A8}" v="323" dt="2025-06-04T13:39:43.205"/>
    <p1510:client id="{ABD9A99C-9D15-D75B-1538-4400EC83D647}" v="2" dt="2025-06-06T04:33:20.878"/>
    <p1510:client id="{B40E3FFB-5E89-61FA-FF01-295DEB25B7BC}" v="562" dt="2025-06-04T15:21:28.779"/>
  </p1510:revLst>
</p1510:revInfo>
</file>

<file path=ppt/tableStyles.xml><?xml version="1.0" encoding="utf-8"?>
<a:tblStyleLst xmlns:a="http://schemas.openxmlformats.org/drawingml/2006/main" def="{51958573-18DD-4F4F-87A5-23D0A4D2D5AC}">
  <a:tblStyle styleId="{51958573-18DD-4F4F-87A5-23D0A4D2D5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A3176-15EB-4DB9-A849-97660B76C8F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9BAF51-D252-47A5-B818-23F1545D66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9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95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10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har Charles Velankanni" userId="S::benhar.velankanni@relevantz.com::3362e219-c834-491f-9854-1ab1850ed95b" providerId="AD" clId="Web-{B64F3538-A147-E980-B8D8-4D9F1B6FB5E7}"/>
    <pc:docChg chg="modSld">
      <pc:chgData name="Benhar Charles Velankanni" userId="S::benhar.velankanni@relevantz.com::3362e219-c834-491f-9854-1ab1850ed95b" providerId="AD" clId="Web-{B64F3538-A147-E980-B8D8-4D9F1B6FB5E7}" dt="2025-03-19T11:02:45.814" v="10"/>
      <pc:docMkLst>
        <pc:docMk/>
      </pc:docMkLst>
      <pc:sldChg chg="addAnim">
        <pc:chgData name="Benhar Charles Velankanni" userId="S::benhar.velankanni@relevantz.com::3362e219-c834-491f-9854-1ab1850ed95b" providerId="AD" clId="Web-{B64F3538-A147-E980-B8D8-4D9F1B6FB5E7}" dt="2025-03-19T11:01:28.091" v="1"/>
        <pc:sldMkLst>
          <pc:docMk/>
          <pc:sldMk cId="0" sldId="281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36.310" v="2"/>
        <pc:sldMkLst>
          <pc:docMk/>
          <pc:sldMk cId="0" sldId="282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45.998" v="4"/>
        <pc:sldMkLst>
          <pc:docMk/>
          <pc:sldMk cId="0" sldId="283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50.873" v="5"/>
        <pc:sldMkLst>
          <pc:docMk/>
          <pc:sldMk cId="0" sldId="284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58.389" v="6"/>
        <pc:sldMkLst>
          <pc:docMk/>
          <pc:sldMk cId="0" sldId="285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03.186" v="7"/>
        <pc:sldMkLst>
          <pc:docMk/>
          <pc:sldMk cId="0" sldId="286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09.796" v="8"/>
        <pc:sldMkLst>
          <pc:docMk/>
          <pc:sldMk cId="0" sldId="287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19.641" v="9"/>
        <pc:sldMkLst>
          <pc:docMk/>
          <pc:sldMk cId="0" sldId="288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45.814" v="10"/>
        <pc:sldMkLst>
          <pc:docMk/>
          <pc:sldMk cId="0" sldId="292"/>
        </pc:sldMkLst>
      </pc:sldChg>
    </pc:docChg>
  </pc:docChgLst>
  <pc:docChgLst>
    <pc:chgData name="Benhar Charles Velankanni" userId="S::benhar.velankanni@relevantz.com::3362e219-c834-491f-9854-1ab1850ed95b" providerId="AD" clId="Web-{823676D9-C059-C52C-D7F1-F9E903D6BFE9}"/>
    <pc:docChg chg="modSld">
      <pc:chgData name="Benhar Charles Velankanni" userId="S::benhar.velankanni@relevantz.com::3362e219-c834-491f-9854-1ab1850ed95b" providerId="AD" clId="Web-{823676D9-C059-C52C-D7F1-F9E903D6BFE9}" dt="2025-03-19T04:06:35.605" v="40"/>
      <pc:docMkLst>
        <pc:docMk/>
      </pc:docMkLst>
      <pc:sldChg chg="modSp">
        <pc:chgData name="Benhar Charles Velankanni" userId="S::benhar.velankanni@relevantz.com::3362e219-c834-491f-9854-1ab1850ed95b" providerId="AD" clId="Web-{823676D9-C059-C52C-D7F1-F9E903D6BFE9}" dt="2025-03-19T04:06:35.605" v="40"/>
        <pc:sldMkLst>
          <pc:docMk/>
          <pc:sldMk cId="0" sldId="257"/>
        </pc:sldMkLst>
        <pc:graphicFrameChg chg="mod modGraphic">
          <ac:chgData name="Benhar Charles Velankanni" userId="S::benhar.velankanni@relevantz.com::3362e219-c834-491f-9854-1ab1850ed95b" providerId="AD" clId="Web-{823676D9-C059-C52C-D7F1-F9E903D6BFE9}" dt="2025-03-19T04:06:35.605" v="40"/>
          <ac:graphicFrameMkLst>
            <pc:docMk/>
            <pc:sldMk cId="0" sldId="257"/>
            <ac:graphicFrameMk id="151" creationId="{00000000-0000-0000-0000-000000000000}"/>
          </ac:graphicFrameMkLst>
        </pc:graphicFrameChg>
      </pc:sldChg>
      <pc:sldChg chg="addAnim">
        <pc:chgData name="Benhar Charles Velankanni" userId="S::benhar.velankanni@relevantz.com::3362e219-c834-491f-9854-1ab1850ed95b" providerId="AD" clId="Web-{823676D9-C059-C52C-D7F1-F9E903D6BFE9}" dt="2025-03-19T04:01:34.568" v="1"/>
        <pc:sldMkLst>
          <pc:docMk/>
          <pc:sldMk cId="0" sldId="267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1:39.037" v="2"/>
        <pc:sldMkLst>
          <pc:docMk/>
          <pc:sldMk cId="0" sldId="268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1:44.319" v="3"/>
        <pc:sldMkLst>
          <pc:docMk/>
          <pc:sldMk cId="0" sldId="269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2:08.274" v="4"/>
        <pc:sldMkLst>
          <pc:docMk/>
          <pc:sldMk cId="0" sldId="270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2:22.790" v="5"/>
        <pc:sldMkLst>
          <pc:docMk/>
          <pc:sldMk cId="0" sldId="276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5:03.536" v="6"/>
        <pc:sldMkLst>
          <pc:docMk/>
          <pc:sldMk cId="0" sldId="279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5:13.990" v="8"/>
        <pc:sldMkLst>
          <pc:docMk/>
          <pc:sldMk cId="0" sldId="280"/>
        </pc:sldMkLst>
      </pc:sldChg>
    </pc:docChg>
  </pc:docChgLst>
  <pc:docChgLst>
    <pc:chgData name="Benhar Charles Velankanni" userId="S::benhar.velankanni@relevantz.com::3362e219-c834-491f-9854-1ab1850ed95b" providerId="AD" clId="Web-{ABD9A99C-9D15-D75B-1538-4400EC83D647}"/>
    <pc:docChg chg="modSld">
      <pc:chgData name="Benhar Charles Velankanni" userId="S::benhar.velankanni@relevantz.com::3362e219-c834-491f-9854-1ab1850ed95b" providerId="AD" clId="Web-{ABD9A99C-9D15-D75B-1538-4400EC83D647}" dt="2025-06-06T04:33:20.878" v="1"/>
      <pc:docMkLst>
        <pc:docMk/>
      </pc:docMkLst>
      <pc:sldChg chg="addSp delSp">
        <pc:chgData name="Benhar Charles Velankanni" userId="S::benhar.velankanni@relevantz.com::3362e219-c834-491f-9854-1ab1850ed95b" providerId="AD" clId="Web-{ABD9A99C-9D15-D75B-1538-4400EC83D647}" dt="2025-06-06T04:33:20.878" v="1"/>
        <pc:sldMkLst>
          <pc:docMk/>
          <pc:sldMk cId="2616356292" sldId="336"/>
        </pc:sldMkLst>
        <pc:graphicFrameChg chg="add del">
          <ac:chgData name="Benhar Charles Velankanni" userId="S::benhar.velankanni@relevantz.com::3362e219-c834-491f-9854-1ab1850ed95b" providerId="AD" clId="Web-{ABD9A99C-9D15-D75B-1538-4400EC83D647}" dt="2025-06-06T04:33:20.878" v="1"/>
          <ac:graphicFrameMkLst>
            <pc:docMk/>
            <pc:sldMk cId="2616356292" sldId="336"/>
            <ac:graphicFrameMk id="2" creationId="{DE9A5B65-DE60-CD93-6092-3E2DFDF21613}"/>
          </ac:graphicFrameMkLst>
        </pc:graphicFrameChg>
      </pc:sldChg>
    </pc:docChg>
  </pc:docChgLst>
  <pc:docChgLst>
    <pc:chgData name="Benhar Charles Velankanni" userId="S::benhar.velankanni@relevantz.com::3362e219-c834-491f-9854-1ab1850ed95b" providerId="AD" clId="Web-{4BB0B625-0A3F-F891-772A-E3B19C12F2A8}"/>
    <pc:docChg chg="mod addSld delSld modSld sldOrd">
      <pc:chgData name="Benhar Charles Velankanni" userId="S::benhar.velankanni@relevantz.com::3362e219-c834-491f-9854-1ab1850ed95b" providerId="AD" clId="Web-{4BB0B625-0A3F-F891-772A-E3B19C12F2A8}" dt="2025-06-04T12:40:19.239" v="247"/>
      <pc:docMkLst>
        <pc:docMk/>
      </pc:docMkLst>
      <pc:sldChg chg="modSp">
        <pc:chgData name="Benhar Charles Velankanni" userId="S::benhar.velankanni@relevantz.com::3362e219-c834-491f-9854-1ab1850ed95b" providerId="AD" clId="Web-{4BB0B625-0A3F-F891-772A-E3B19C12F2A8}" dt="2025-06-04T11:30:15.409" v="4" actId="14100"/>
        <pc:sldMkLst>
          <pc:docMk/>
          <pc:sldMk cId="0" sldId="263"/>
        </pc:sldMkLst>
        <pc:spChg chg="mod">
          <ac:chgData name="Benhar Charles Velankanni" userId="S::benhar.velankanni@relevantz.com::3362e219-c834-491f-9854-1ab1850ed95b" providerId="AD" clId="Web-{4BB0B625-0A3F-F891-772A-E3B19C12F2A8}" dt="2025-06-04T11:30:15.409" v="4" actId="14100"/>
          <ac:spMkLst>
            <pc:docMk/>
            <pc:sldMk cId="0" sldId="263"/>
            <ac:spMk id="18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56:29.297" v="93" actId="14100"/>
        <pc:sldMkLst>
          <pc:docMk/>
          <pc:sldMk cId="0" sldId="264"/>
        </pc:sldMkLst>
        <pc:spChg chg="mod">
          <ac:chgData name="Benhar Charles Velankanni" userId="S::benhar.velankanni@relevantz.com::3362e219-c834-491f-9854-1ab1850ed95b" providerId="AD" clId="Web-{4BB0B625-0A3F-F891-772A-E3B19C12F2A8}" dt="2025-06-04T11:56:29.297" v="93" actId="14100"/>
          <ac:spMkLst>
            <pc:docMk/>
            <pc:sldMk cId="0" sldId="264"/>
            <ac:spMk id="193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0:48.645" v="9" actId="20577"/>
        <pc:sldMkLst>
          <pc:docMk/>
          <pc:sldMk cId="0" sldId="265"/>
        </pc:sldMkLst>
        <pc:spChg chg="mod">
          <ac:chgData name="Benhar Charles Velankanni" userId="S::benhar.velankanni@relevantz.com::3362e219-c834-491f-9854-1ab1850ed95b" providerId="AD" clId="Web-{4BB0B625-0A3F-F891-772A-E3B19C12F2A8}" dt="2025-06-04T11:30:48.645" v="9" actId="20577"/>
          <ac:spMkLst>
            <pc:docMk/>
            <pc:sldMk cId="0" sldId="265"/>
            <ac:spMk id="19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44:44.880" v="47" actId="20577"/>
        <pc:sldMkLst>
          <pc:docMk/>
          <pc:sldMk cId="0" sldId="267"/>
        </pc:sldMkLst>
        <pc:spChg chg="mod">
          <ac:chgData name="Benhar Charles Velankanni" userId="S::benhar.velankanni@relevantz.com::3362e219-c834-491f-9854-1ab1850ed95b" providerId="AD" clId="Web-{4BB0B625-0A3F-F891-772A-E3B19C12F2A8}" dt="2025-06-04T11:44:44.880" v="47" actId="20577"/>
          <ac:spMkLst>
            <pc:docMk/>
            <pc:sldMk cId="0" sldId="267"/>
            <ac:spMk id="210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1:06.724" v="12" actId="14100"/>
        <pc:sldMkLst>
          <pc:docMk/>
          <pc:sldMk cId="0" sldId="268"/>
        </pc:sldMkLst>
        <pc:spChg chg="mod">
          <ac:chgData name="Benhar Charles Velankanni" userId="S::benhar.velankanni@relevantz.com::3362e219-c834-491f-9854-1ab1850ed95b" providerId="AD" clId="Web-{4BB0B625-0A3F-F891-772A-E3B19C12F2A8}" dt="2025-06-04T11:31:06.724" v="12" actId="14100"/>
          <ac:spMkLst>
            <pc:docMk/>
            <pc:sldMk cId="0" sldId="268"/>
            <ac:spMk id="21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1:26.068" v="16" actId="14100"/>
        <pc:sldMkLst>
          <pc:docMk/>
          <pc:sldMk cId="0" sldId="269"/>
        </pc:sldMkLst>
        <pc:spChg chg="mod">
          <ac:chgData name="Benhar Charles Velankanni" userId="S::benhar.velankanni@relevantz.com::3362e219-c834-491f-9854-1ab1850ed95b" providerId="AD" clId="Web-{4BB0B625-0A3F-F891-772A-E3B19C12F2A8}" dt="2025-06-04T11:31:26.068" v="16" actId="14100"/>
          <ac:spMkLst>
            <pc:docMk/>
            <pc:sldMk cId="0" sldId="269"/>
            <ac:spMk id="225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31:11.224" v="13" actId="1076"/>
          <ac:picMkLst>
            <pc:docMk/>
            <pc:sldMk cId="0" sldId="269"/>
            <ac:picMk id="227" creationId="{00000000-0000-0000-0000-000000000000}"/>
          </ac:picMkLst>
        </pc:picChg>
      </pc:sldChg>
      <pc:sldChg chg="addSp delSp modSp delAnim">
        <pc:chgData name="Benhar Charles Velankanni" userId="S::benhar.velankanni@relevantz.com::3362e219-c834-491f-9854-1ab1850ed95b" providerId="AD" clId="Web-{4BB0B625-0A3F-F891-772A-E3B19C12F2A8}" dt="2025-06-04T12:26:42.712" v="149"/>
        <pc:sldMkLst>
          <pc:docMk/>
          <pc:sldMk cId="0" sldId="270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5:40.536" v="134"/>
          <ac:spMkLst>
            <pc:docMk/>
            <pc:sldMk cId="0" sldId="270"/>
            <ac:spMk id="3" creationId="{D6C86DCA-8CB4-CF0A-625C-35F21ADDBAAB}"/>
          </ac:spMkLst>
        </pc:spChg>
        <pc:spChg chg="del mod">
          <ac:chgData name="Benhar Charles Velankanni" userId="S::benhar.velankanni@relevantz.com::3362e219-c834-491f-9854-1ab1850ed95b" providerId="AD" clId="Web-{4BB0B625-0A3F-F891-772A-E3B19C12F2A8}" dt="2025-06-04T12:25:35.676" v="132"/>
          <ac:spMkLst>
            <pc:docMk/>
            <pc:sldMk cId="0" sldId="270"/>
            <ac:spMk id="232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6:42.712" v="149"/>
          <ac:graphicFrameMkLst>
            <pc:docMk/>
            <pc:sldMk cId="0" sldId="270"/>
            <ac:graphicFrameMk id="5" creationId="{396CB276-5023-9BEE-9AAE-9E3A2390E0A7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5:37.895" v="133"/>
          <ac:picMkLst>
            <pc:docMk/>
            <pc:sldMk cId="0" sldId="270"/>
            <ac:picMk id="234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32:36.493" v="20" actId="20577"/>
        <pc:sldMkLst>
          <pc:docMk/>
          <pc:sldMk cId="0" sldId="272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36.493" v="20" actId="20577"/>
          <ac:spMkLst>
            <pc:docMk/>
            <pc:sldMk cId="0" sldId="272"/>
            <ac:spMk id="246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2:46.321" v="22" actId="20577"/>
        <pc:sldMkLst>
          <pc:docMk/>
          <pc:sldMk cId="0" sldId="273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46.321" v="22" actId="20577"/>
          <ac:spMkLst>
            <pc:docMk/>
            <pc:sldMk cId="0" sldId="273"/>
            <ac:spMk id="252" creationId="{00000000-0000-0000-0000-000000000000}"/>
          </ac:spMkLst>
        </pc:spChg>
      </pc:sldChg>
      <pc:sldChg chg="addSp delSp modSp">
        <pc:chgData name="Benhar Charles Velankanni" userId="S::benhar.velankanni@relevantz.com::3362e219-c834-491f-9854-1ab1850ed95b" providerId="AD" clId="Web-{4BB0B625-0A3F-F891-772A-E3B19C12F2A8}" dt="2025-06-04T12:32:57.176" v="195"/>
        <pc:sldMkLst>
          <pc:docMk/>
          <pc:sldMk cId="0" sldId="274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2:35.862" v="188"/>
          <ac:spMkLst>
            <pc:docMk/>
            <pc:sldMk cId="0" sldId="274"/>
            <ac:spMk id="3" creationId="{CECBD21C-B628-6B24-3F05-C296BAE83000}"/>
          </ac:spMkLst>
        </pc:spChg>
        <pc:spChg chg="del mod">
          <ac:chgData name="Benhar Charles Velankanni" userId="S::benhar.velankanni@relevantz.com::3362e219-c834-491f-9854-1ab1850ed95b" providerId="AD" clId="Web-{4BB0B625-0A3F-F891-772A-E3B19C12F2A8}" dt="2025-06-04T12:32:07.657" v="181"/>
          <ac:spMkLst>
            <pc:docMk/>
            <pc:sldMk cId="0" sldId="274"/>
            <ac:spMk id="258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2:57.176" v="195"/>
          <ac:graphicFrameMkLst>
            <pc:docMk/>
            <pc:sldMk cId="0" sldId="274"/>
            <ac:graphicFrameMk id="5" creationId="{E06B8664-E61D-0CC9-D40C-401EE8FED444}"/>
          </ac:graphicFrameMkLst>
        </pc:graphicFrameChg>
      </pc:sldChg>
      <pc:sldChg chg="modSp">
        <pc:chgData name="Benhar Charles Velankanni" userId="S::benhar.velankanni@relevantz.com::3362e219-c834-491f-9854-1ab1850ed95b" providerId="AD" clId="Web-{4BB0B625-0A3F-F891-772A-E3B19C12F2A8}" dt="2025-06-04T11:32:59.040" v="24" actId="20577"/>
        <pc:sldMkLst>
          <pc:docMk/>
          <pc:sldMk cId="0" sldId="275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59.040" v="24" actId="20577"/>
          <ac:spMkLst>
            <pc:docMk/>
            <pc:sldMk cId="0" sldId="275"/>
            <ac:spMk id="264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12.166" v="26" actId="20577"/>
        <pc:sldMkLst>
          <pc:docMk/>
          <pc:sldMk cId="0" sldId="278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12.166" v="26" actId="20577"/>
          <ac:spMkLst>
            <pc:docMk/>
            <pc:sldMk cId="0" sldId="278"/>
            <ac:spMk id="282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45:54.570" v="49" actId="14100"/>
        <pc:sldMkLst>
          <pc:docMk/>
          <pc:sldMk cId="0" sldId="280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15.057" v="27" actId="20577"/>
          <ac:spMkLst>
            <pc:docMk/>
            <pc:sldMk cId="0" sldId="280"/>
            <ac:spMk id="295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45:54.570" v="49" actId="14100"/>
          <ac:picMkLst>
            <pc:docMk/>
            <pc:sldMk cId="0" sldId="280"/>
            <ac:picMk id="298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45:43.960" v="48" actId="1076"/>
        <pc:sldMkLst>
          <pc:docMk/>
          <pc:sldMk cId="0" sldId="281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21.307" v="28" actId="20577"/>
          <ac:spMkLst>
            <pc:docMk/>
            <pc:sldMk cId="0" sldId="281"/>
            <ac:spMk id="303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45:43.960" v="48" actId="1076"/>
          <ac:picMkLst>
            <pc:docMk/>
            <pc:sldMk cId="0" sldId="281"/>
            <ac:picMk id="305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33:31.526" v="29" actId="20577"/>
        <pc:sldMkLst>
          <pc:docMk/>
          <pc:sldMk cId="0" sldId="283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31.526" v="29" actId="20577"/>
          <ac:spMkLst>
            <pc:docMk/>
            <pc:sldMk cId="0" sldId="283"/>
            <ac:spMk id="31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40.729" v="30" actId="20577"/>
        <pc:sldMkLst>
          <pc:docMk/>
          <pc:sldMk cId="0" sldId="285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40.729" v="30" actId="20577"/>
          <ac:spMkLst>
            <pc:docMk/>
            <pc:sldMk cId="0" sldId="285"/>
            <ac:spMk id="333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45.761" v="31" actId="20577"/>
        <pc:sldMkLst>
          <pc:docMk/>
          <pc:sldMk cId="0" sldId="286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45.761" v="31" actId="20577"/>
          <ac:spMkLst>
            <pc:docMk/>
            <pc:sldMk cId="0" sldId="286"/>
            <ac:spMk id="340" creationId="{00000000-0000-0000-0000-000000000000}"/>
          </ac:spMkLst>
        </pc:spChg>
      </pc:sldChg>
      <pc:sldChg chg="del">
        <pc:chgData name="Benhar Charles Velankanni" userId="S::benhar.velankanni@relevantz.com::3362e219-c834-491f-9854-1ab1850ed95b" providerId="AD" clId="Web-{4BB0B625-0A3F-F891-772A-E3B19C12F2A8}" dt="2025-06-04T12:39:35.345" v="237"/>
        <pc:sldMkLst>
          <pc:docMk/>
          <pc:sldMk cId="0" sldId="287"/>
        </pc:sldMkLst>
      </pc:sldChg>
      <pc:sldChg chg="modSp">
        <pc:chgData name="Benhar Charles Velankanni" userId="S::benhar.velankanni@relevantz.com::3362e219-c834-491f-9854-1ab1850ed95b" providerId="AD" clId="Web-{4BB0B625-0A3F-F891-772A-E3B19C12F2A8}" dt="2025-06-04T11:33:57.793" v="32" actId="20577"/>
        <pc:sldMkLst>
          <pc:docMk/>
          <pc:sldMk cId="0" sldId="288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57.793" v="32" actId="20577"/>
          <ac:spMkLst>
            <pc:docMk/>
            <pc:sldMk cId="0" sldId="288"/>
            <ac:spMk id="354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09.199" v="34" actId="14100"/>
        <pc:sldMkLst>
          <pc:docMk/>
          <pc:sldMk cId="0" sldId="290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09.199" v="34" actId="14100"/>
          <ac:spMkLst>
            <pc:docMk/>
            <pc:sldMk cId="0" sldId="290"/>
            <ac:spMk id="366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21.559" v="35" actId="20577"/>
        <pc:sldMkLst>
          <pc:docMk/>
          <pc:sldMk cId="0" sldId="292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21.559" v="35" actId="20577"/>
          <ac:spMkLst>
            <pc:docMk/>
            <pc:sldMk cId="0" sldId="292"/>
            <ac:spMk id="37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30.888" v="36" actId="20577"/>
        <pc:sldMkLst>
          <pc:docMk/>
          <pc:sldMk cId="0" sldId="294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30.888" v="36" actId="20577"/>
          <ac:spMkLst>
            <pc:docMk/>
            <pc:sldMk cId="0" sldId="294"/>
            <ac:spMk id="390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5:47.375" v="38" actId="20577"/>
        <pc:sldMkLst>
          <pc:docMk/>
          <pc:sldMk cId="0" sldId="297"/>
        </pc:sldMkLst>
        <pc:spChg chg="mod">
          <ac:chgData name="Benhar Charles Velankanni" userId="S::benhar.velankanni@relevantz.com::3362e219-c834-491f-9854-1ab1850ed95b" providerId="AD" clId="Web-{4BB0B625-0A3F-F891-772A-E3B19C12F2A8}" dt="2025-06-04T11:35:47.375" v="38" actId="20577"/>
          <ac:spMkLst>
            <pc:docMk/>
            <pc:sldMk cId="0" sldId="297"/>
            <ac:spMk id="40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07.813" v="40" actId="20577"/>
        <pc:sldMkLst>
          <pc:docMk/>
          <pc:sldMk cId="0" sldId="303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07.813" v="40" actId="20577"/>
          <ac:spMkLst>
            <pc:docMk/>
            <pc:sldMk cId="0" sldId="303"/>
            <ac:spMk id="44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11.048" v="41" actId="20577"/>
        <pc:sldMkLst>
          <pc:docMk/>
          <pc:sldMk cId="0" sldId="305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11.048" v="41" actId="20577"/>
          <ac:spMkLst>
            <pc:docMk/>
            <pc:sldMk cId="0" sldId="305"/>
            <ac:spMk id="45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22.579" v="42" actId="20577"/>
        <pc:sldMkLst>
          <pc:docMk/>
          <pc:sldMk cId="0" sldId="306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22.579" v="42" actId="20577"/>
          <ac:spMkLst>
            <pc:docMk/>
            <pc:sldMk cId="0" sldId="306"/>
            <ac:spMk id="465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29.861" v="43" actId="20577"/>
        <pc:sldMkLst>
          <pc:docMk/>
          <pc:sldMk cId="0" sldId="307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29.861" v="43" actId="20577"/>
          <ac:spMkLst>
            <pc:docMk/>
            <pc:sldMk cId="0" sldId="307"/>
            <ac:spMk id="471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44.971" v="44" actId="20577"/>
        <pc:sldMkLst>
          <pc:docMk/>
          <pc:sldMk cId="0" sldId="308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44.971" v="44" actId="20577"/>
          <ac:spMkLst>
            <pc:docMk/>
            <pc:sldMk cId="0" sldId="308"/>
            <ac:spMk id="47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51.674" v="45" actId="20577"/>
        <pc:sldMkLst>
          <pc:docMk/>
          <pc:sldMk cId="0" sldId="309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51.674" v="45" actId="20577"/>
          <ac:spMkLst>
            <pc:docMk/>
            <pc:sldMk cId="0" sldId="309"/>
            <ac:spMk id="483" creationId="{00000000-0000-0000-0000-000000000000}"/>
          </ac:spMkLst>
        </pc:spChg>
      </pc:sldChg>
      <pc:sldChg chg="add">
        <pc:chgData name="Benhar Charles Velankanni" userId="S::benhar.velankanni@relevantz.com::3362e219-c834-491f-9854-1ab1850ed95b" providerId="AD" clId="Web-{4BB0B625-0A3F-F891-772A-E3B19C12F2A8}" dt="2025-06-04T11:24:24.474" v="1"/>
        <pc:sldMkLst>
          <pc:docMk/>
          <pc:sldMk cId="1240859306" sldId="314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1:55:58.780" v="92" actId="14100"/>
        <pc:sldMkLst>
          <pc:docMk/>
          <pc:sldMk cId="1389982991" sldId="315"/>
        </pc:sldMkLst>
        <pc:spChg chg="mod">
          <ac:chgData name="Benhar Charles Velankanni" userId="S::benhar.velankanni@relevantz.com::3362e219-c834-491f-9854-1ab1850ed95b" providerId="AD" clId="Web-{4BB0B625-0A3F-F891-772A-E3B19C12F2A8}" dt="2025-06-04T11:55:58.780" v="92" actId="14100"/>
          <ac:spMkLst>
            <pc:docMk/>
            <pc:sldMk cId="1389982991" sldId="315"/>
            <ac:spMk id="199" creationId="{B59D194C-ADE6-A15A-65FD-6486EE74EFE9}"/>
          </ac:spMkLst>
        </pc:spChg>
        <pc:spChg chg="add del mod">
          <ac:chgData name="Benhar Charles Velankanni" userId="S::benhar.velankanni@relevantz.com::3362e219-c834-491f-9854-1ab1850ed95b" providerId="AD" clId="Web-{4BB0B625-0A3F-F891-772A-E3B19C12F2A8}" dt="2025-06-04T11:52:31.257" v="55" actId="20577"/>
          <ac:spMkLst>
            <pc:docMk/>
            <pc:sldMk cId="1389982991" sldId="315"/>
            <ac:spMk id="200" creationId="{125EB004-5CB3-31DD-9103-59DDE515169B}"/>
          </ac:spMkLst>
        </pc:spChg>
      </pc:sldChg>
      <pc:sldChg chg="addSp modSp add replId">
        <pc:chgData name="Benhar Charles Velankanni" userId="S::benhar.velankanni@relevantz.com::3362e219-c834-491f-9854-1ab1850ed95b" providerId="AD" clId="Web-{4BB0B625-0A3F-F891-772A-E3B19C12F2A8}" dt="2025-06-04T12:01:41.403" v="106" actId="14100"/>
        <pc:sldMkLst>
          <pc:docMk/>
          <pc:sldMk cId="878616613" sldId="316"/>
        </pc:sldMkLst>
        <pc:spChg chg="add mod">
          <ac:chgData name="Benhar Charles Velankanni" userId="S::benhar.velankanni@relevantz.com::3362e219-c834-491f-9854-1ab1850ed95b" providerId="AD" clId="Web-{4BB0B625-0A3F-F891-772A-E3B19C12F2A8}" dt="2025-06-04T11:58:47.162" v="100" actId="1076"/>
          <ac:spMkLst>
            <pc:docMk/>
            <pc:sldMk cId="878616613" sldId="316"/>
            <ac:spMk id="2" creationId="{872DCDF9-86CC-BC83-7717-981AC9397CCD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2:01:41.403" v="106" actId="14100"/>
          <ac:spMkLst>
            <pc:docMk/>
            <pc:sldMk cId="878616613" sldId="316"/>
            <ac:spMk id="199" creationId="{7504B529-B537-D346-6C01-1C2D57ADF30F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1:53:05.571" v="64" actId="20577"/>
          <ac:spMkLst>
            <pc:docMk/>
            <pc:sldMk cId="878616613" sldId="316"/>
            <ac:spMk id="200" creationId="{A9121030-519C-CFEA-AA9B-CCAC6AD67FD6}"/>
          </ac:spMkLst>
        </pc:spChg>
      </pc:sldChg>
      <pc:sldChg chg="addSp delSp modSp add ord replId">
        <pc:chgData name="Benhar Charles Velankanni" userId="S::benhar.velankanni@relevantz.com::3362e219-c834-491f-9854-1ab1850ed95b" providerId="AD" clId="Web-{4BB0B625-0A3F-F891-772A-E3B19C12F2A8}" dt="2025-06-04T12:21:28.893" v="119"/>
        <pc:sldMkLst>
          <pc:docMk/>
          <pc:sldMk cId="4085850579" sldId="317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0:54.204" v="112"/>
          <ac:spMkLst>
            <pc:docMk/>
            <pc:sldMk cId="4085850579" sldId="317"/>
            <ac:spMk id="3" creationId="{DFAD0EF4-4427-1FA3-3CCF-31E1C538D027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20:36.640" v="108"/>
          <ac:spMkLst>
            <pc:docMk/>
            <pc:sldMk cId="4085850579" sldId="317"/>
            <ac:spMk id="187" creationId="{26D8F9A4-F74E-FB5D-E61D-2CE69DA75EE4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2:21:02.548" v="114" actId="20577"/>
          <ac:spMkLst>
            <pc:docMk/>
            <pc:sldMk cId="4085850579" sldId="317"/>
            <ac:spMk id="188" creationId="{D452CEC5-034E-60DF-A81E-AFC8B790BEE6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1:28.893" v="119"/>
          <ac:graphicFrameMkLst>
            <pc:docMk/>
            <pc:sldMk cId="4085850579" sldId="317"/>
            <ac:graphicFrameMk id="5" creationId="{F3DCECEF-AA3D-B301-1836-5252DCB00A0F}"/>
          </ac:graphicFrameMkLst>
        </pc:graphicFrame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20:40.718" v="110"/>
        <pc:sldMkLst>
          <pc:docMk/>
          <pc:sldMk cId="659107585" sldId="318"/>
        </pc:sldMkLst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24:45.251" v="130"/>
        <pc:sldMkLst>
          <pc:docMk/>
          <pc:sldMk cId="3948225039" sldId="318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4:11.952" v="123"/>
          <ac:spMkLst>
            <pc:docMk/>
            <pc:sldMk cId="3948225039" sldId="318"/>
            <ac:spMk id="3" creationId="{7804F87A-CEC9-45D6-17BF-989FD7CF9B72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24:06.045" v="122"/>
          <ac:spMkLst>
            <pc:docMk/>
            <pc:sldMk cId="3948225039" sldId="318"/>
            <ac:spMk id="218" creationId="{D0A5BEEE-A734-5AC7-1196-AF284AA4991E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4:45.251" v="130"/>
          <ac:graphicFrameMkLst>
            <pc:docMk/>
            <pc:sldMk cId="3948225039" sldId="318"/>
            <ac:graphicFrameMk id="5" creationId="{10D91901-AD94-7BC1-4D8C-F974353110F2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4:03.670" v="121"/>
          <ac:picMkLst>
            <pc:docMk/>
            <pc:sldMk cId="3948225039" sldId="318"/>
            <ac:picMk id="220" creationId="{7D2F4B0A-F459-7F69-E281-9760A97C266C}"/>
          </ac:picMkLst>
        </pc:picChg>
      </pc:sldChg>
      <pc:sldChg chg="add replId">
        <pc:chgData name="Benhar Charles Velankanni" userId="S::benhar.velankanni@relevantz.com::3362e219-c834-491f-9854-1ab1850ed95b" providerId="AD" clId="Web-{4BB0B625-0A3F-F891-772A-E3B19C12F2A8}" dt="2025-06-04T12:25:30.989" v="131"/>
        <pc:sldMkLst>
          <pc:docMk/>
          <pc:sldMk cId="2631080072" sldId="319"/>
        </pc:sldMkLst>
      </pc:sldChg>
      <pc:sldChg chg="add del replId">
        <pc:chgData name="Benhar Charles Velankanni" userId="S::benhar.velankanni@relevantz.com::3362e219-c834-491f-9854-1ab1850ed95b" providerId="AD" clId="Web-{4BB0B625-0A3F-F891-772A-E3B19C12F2A8}" dt="2025-06-04T12:25:46.333" v="136"/>
        <pc:sldMkLst>
          <pc:docMk/>
          <pc:sldMk cId="2185672167" sldId="320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28:51.175" v="170" actId="1076"/>
        <pc:sldMkLst>
          <pc:docMk/>
          <pc:sldMk cId="3274934980" sldId="320"/>
        </pc:sldMkLst>
        <pc:graphicFrameChg chg="add mod modGraphic">
          <ac:chgData name="Benhar Charles Velankanni" userId="S::benhar.velankanni@relevantz.com::3362e219-c834-491f-9854-1ab1850ed95b" providerId="AD" clId="Web-{4BB0B625-0A3F-F891-772A-E3B19C12F2A8}" dt="2025-06-04T12:28:51.175" v="170" actId="1076"/>
          <ac:graphicFrameMkLst>
            <pc:docMk/>
            <pc:sldMk cId="3274934980" sldId="320"/>
            <ac:graphicFrameMk id="3" creationId="{63D6F631-6F8E-4D57-2730-F7BA460507FF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7:28.356" v="151"/>
          <ac:picMkLst>
            <pc:docMk/>
            <pc:sldMk cId="3274934980" sldId="320"/>
            <ac:picMk id="241" creationId="{A05DEA01-7842-5D55-674F-333E14A3259D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0:54.168" v="179"/>
        <pc:sldMkLst>
          <pc:docMk/>
          <pc:sldMk cId="656414694" sldId="321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0:20.696" v="173"/>
          <ac:spMkLst>
            <pc:docMk/>
            <pc:sldMk cId="656414694" sldId="321"/>
            <ac:spMk id="3" creationId="{F84CD262-D7F7-A496-8E60-FF453F79BFD3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0:13.071" v="172"/>
          <ac:spMkLst>
            <pc:docMk/>
            <pc:sldMk cId="656414694" sldId="321"/>
            <ac:spMk id="246" creationId="{8C4569CE-0003-6836-2DBD-CA8F6AE1DD32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0:54.168" v="179"/>
          <ac:graphicFrameMkLst>
            <pc:docMk/>
            <pc:sldMk cId="656414694" sldId="321"/>
            <ac:graphicFrameMk id="5" creationId="{BEF0CB82-2A2D-30E5-4589-80F539F8F0C5}"/>
          </ac:graphicFrameMkLst>
        </pc:graphicFrameChg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4:00.212" v="202" actId="1076"/>
        <pc:sldMkLst>
          <pc:docMk/>
          <pc:sldMk cId="593881469" sldId="322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3:48.836" v="198"/>
          <ac:spMkLst>
            <pc:docMk/>
            <pc:sldMk cId="593881469" sldId="322"/>
            <ac:spMk id="3" creationId="{AED7024D-8B4D-F884-CE4B-04A9D123E8DF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3:40.226" v="197"/>
          <ac:spMkLst>
            <pc:docMk/>
            <pc:sldMk cId="593881469" sldId="322"/>
            <ac:spMk id="264" creationId="{CF6F34E9-97A9-0E1C-D82D-C2C8EDB62AFB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4:00.212" v="202" actId="1076"/>
          <ac:graphicFrameMkLst>
            <pc:docMk/>
            <pc:sldMk cId="593881469" sldId="322"/>
            <ac:graphicFrameMk id="5" creationId="{67EE279D-7963-C890-5E8D-748323517591}"/>
          </ac:graphicFrameMkLst>
        </pc:graphicFrame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32:10.954" v="182"/>
        <pc:sldMkLst>
          <pc:docMk/>
          <pc:sldMk cId="2586614738" sldId="322"/>
        </pc:sldMkLst>
      </pc:sldChg>
      <pc:sldChg chg="delSp add del replId">
        <pc:chgData name="Benhar Charles Velankanni" userId="S::benhar.velankanni@relevantz.com::3362e219-c834-491f-9854-1ab1850ed95b" providerId="AD" clId="Web-{4BB0B625-0A3F-F891-772A-E3B19C12F2A8}" dt="2025-06-04T12:32:25.346" v="187"/>
        <pc:sldMkLst>
          <pc:docMk/>
          <pc:sldMk cId="3831474407" sldId="322"/>
        </pc:sldMkLst>
        <pc:spChg chg="del">
          <ac:chgData name="Benhar Charles Velankanni" userId="S::benhar.velankanni@relevantz.com::3362e219-c834-491f-9854-1ab1850ed95b" providerId="AD" clId="Web-{4BB0B625-0A3F-F891-772A-E3B19C12F2A8}" dt="2025-06-04T12:32:18.033" v="184"/>
          <ac:spMkLst>
            <pc:docMk/>
            <pc:sldMk cId="3831474407" sldId="322"/>
            <ac:spMk id="3" creationId="{B3F58B39-C5A9-9194-3445-D9A3B1E102D2}"/>
          </ac:spMkLst>
        </pc:sp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32:22.674" v="186"/>
        <pc:sldMkLst>
          <pc:docMk/>
          <pc:sldMk cId="579958269" sldId="323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5:11.889" v="210"/>
        <pc:sldMkLst>
          <pc:docMk/>
          <pc:sldMk cId="3420108366" sldId="323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4:52.528" v="205"/>
          <ac:spMkLst>
            <pc:docMk/>
            <pc:sldMk cId="3420108366" sldId="323"/>
            <ac:spMk id="3" creationId="{CD4D74A6-CB7C-8244-9DA9-2AE25730D274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4:49.012" v="204"/>
          <ac:spMkLst>
            <pc:docMk/>
            <pc:sldMk cId="3420108366" sldId="323"/>
            <ac:spMk id="282" creationId="{B7E98563-54FB-2BA3-4955-E092CB3AADB8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5:11.889" v="210"/>
          <ac:graphicFrameMkLst>
            <pc:docMk/>
            <pc:sldMk cId="3420108366" sldId="323"/>
            <ac:graphicFrameMk id="5" creationId="{13A311E8-E552-52E0-A14C-318CC1137A99}"/>
          </ac:graphicFrameMkLst>
        </pc:graphicFrame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6:30.019" v="220"/>
        <pc:sldMkLst>
          <pc:docMk/>
          <pc:sldMk cId="3608658414" sldId="324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6:06.533" v="214"/>
          <ac:spMkLst>
            <pc:docMk/>
            <pc:sldMk cId="3608658414" sldId="324"/>
            <ac:spMk id="3" creationId="{31315552-C24A-692E-FE57-6A63984381BB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6:02.924" v="212"/>
          <ac:spMkLst>
            <pc:docMk/>
            <pc:sldMk cId="3608658414" sldId="324"/>
            <ac:spMk id="318" creationId="{1C639050-49FF-4F5E-CD7C-ABEC3E0F0147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6:30.019" v="220"/>
          <ac:graphicFrameMkLst>
            <pc:docMk/>
            <pc:sldMk cId="3608658414" sldId="324"/>
            <ac:graphicFrameMk id="5" creationId="{2525CF94-1475-95A7-7D57-167B6AC41BE8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6:08.705" v="215"/>
          <ac:picMkLst>
            <pc:docMk/>
            <pc:sldMk cId="3608658414" sldId="324"/>
            <ac:picMk id="320" creationId="{31798D33-9F70-0A80-6974-A416B3FBCE3F}"/>
          </ac:picMkLst>
        </pc:picChg>
        <pc:picChg chg="del">
          <ac:chgData name="Benhar Charles Velankanni" userId="S::benhar.velankanni@relevantz.com::3362e219-c834-491f-9854-1ab1850ed95b" providerId="AD" clId="Web-{4BB0B625-0A3F-F891-772A-E3B19C12F2A8}" dt="2025-06-04T12:36:04.236" v="213"/>
          <ac:picMkLst>
            <pc:docMk/>
            <pc:sldMk cId="3608658414" sldId="324"/>
            <ac:picMk id="321" creationId="{1B0F296B-6680-8BAD-1FCF-2C84A011D474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8:09.026" v="226"/>
        <pc:sldMkLst>
          <pc:docMk/>
          <pc:sldMk cId="1819496393" sldId="325"/>
        </pc:sldMkLst>
        <pc:graphicFrameChg chg="add mod modGraphic">
          <ac:chgData name="Benhar Charles Velankanni" userId="S::benhar.velankanni@relevantz.com::3362e219-c834-491f-9854-1ab1850ed95b" providerId="AD" clId="Web-{4BB0B625-0A3F-F891-772A-E3B19C12F2A8}" dt="2025-06-04T12:38:09.026" v="226"/>
          <ac:graphicFrameMkLst>
            <pc:docMk/>
            <pc:sldMk cId="1819496393" sldId="325"/>
            <ac:graphicFrameMk id="3" creationId="{87949C1D-34CC-16DE-23DE-B131ED3E479E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7:55.510" v="222"/>
          <ac:picMkLst>
            <pc:docMk/>
            <pc:sldMk cId="1819496393" sldId="325"/>
            <ac:picMk id="328" creationId="{22905B28-E419-9CD1-17A6-7F5AE34BFEEE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9:10.609" v="236"/>
        <pc:sldMkLst>
          <pc:docMk/>
          <pc:sldMk cId="813771826" sldId="326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8:52.545" v="230"/>
          <ac:spMkLst>
            <pc:docMk/>
            <pc:sldMk cId="813771826" sldId="326"/>
            <ac:spMk id="3" creationId="{3CE5C29A-27AC-2600-A5C5-404284E7B467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8:43.263" v="229"/>
          <ac:spMkLst>
            <pc:docMk/>
            <pc:sldMk cId="813771826" sldId="326"/>
            <ac:spMk id="340" creationId="{59587297-1149-0595-337E-ADC35D0B520D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9:10.609" v="236"/>
          <ac:graphicFrameMkLst>
            <pc:docMk/>
            <pc:sldMk cId="813771826" sldId="326"/>
            <ac:graphicFrameMk id="5" creationId="{4FB50E4F-AECC-FB12-0CFA-1B42350C6591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8:41.404" v="228"/>
          <ac:picMkLst>
            <pc:docMk/>
            <pc:sldMk cId="813771826" sldId="326"/>
            <ac:picMk id="342" creationId="{1BB14074-31A6-92A6-E14D-F3B48CE230BA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40:19.239" v="247"/>
        <pc:sldMkLst>
          <pc:docMk/>
          <pc:sldMk cId="2596445856" sldId="327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40:05.347" v="241"/>
          <ac:spMkLst>
            <pc:docMk/>
            <pc:sldMk cId="2596445856" sldId="327"/>
            <ac:spMk id="3" creationId="{EB94A7B5-3882-E78C-1139-F84537972E76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9:58.221" v="240"/>
          <ac:spMkLst>
            <pc:docMk/>
            <pc:sldMk cId="2596445856" sldId="327"/>
            <ac:spMk id="354" creationId="{BAAA65D0-6DEB-5E87-B793-C3C8E99E186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40:19.239" v="247"/>
          <ac:graphicFrameMkLst>
            <pc:docMk/>
            <pc:sldMk cId="2596445856" sldId="327"/>
            <ac:graphicFrameMk id="5" creationId="{3EFB308C-CEEA-FDE9-F437-EA99B1650A87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9:56.081" v="239"/>
          <ac:picMkLst>
            <pc:docMk/>
            <pc:sldMk cId="2596445856" sldId="327"/>
            <ac:picMk id="356" creationId="{B984C28F-990F-CD48-CC75-21863E5A2112}"/>
          </ac:picMkLst>
        </pc:picChg>
      </pc:sldChg>
    </pc:docChg>
  </pc:docChgLst>
  <pc:docChgLst>
    <pc:chgData name="Benhar Charles Velankanni" userId="S::benhar.velankanni@relevantz.com::3362e219-c834-491f-9854-1ab1850ed95b" providerId="AD" clId="Web-{B40E3FFB-5E89-61FA-FF01-295DEB25B7BC}"/>
    <pc:docChg chg="addSld delSld modSld sldOrd">
      <pc:chgData name="Benhar Charles Velankanni" userId="S::benhar.velankanni@relevantz.com::3362e219-c834-491f-9854-1ab1850ed95b" providerId="AD" clId="Web-{B40E3FFB-5E89-61FA-FF01-295DEB25B7BC}" dt="2025-06-04T15:55:20.593" v="346"/>
      <pc:docMkLst>
        <pc:docMk/>
      </pc:docMkLst>
      <pc:sldChg chg="ord">
        <pc:chgData name="Benhar Charles Velankanni" userId="S::benhar.velankanni@relevantz.com::3362e219-c834-491f-9854-1ab1850ed95b" providerId="AD" clId="Web-{B40E3FFB-5E89-61FA-FF01-295DEB25B7BC}" dt="2025-06-04T15:08:53.328" v="246"/>
        <pc:sldMkLst>
          <pc:docMk/>
          <pc:sldMk cId="0" sldId="269"/>
        </pc:sldMkLst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3:50:15.800" v="27" actId="1076"/>
        <pc:sldMkLst>
          <pc:docMk/>
          <pc:sldMk cId="0" sldId="290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3:50:15.800" v="27" actId="1076"/>
          <ac:graphicFrameMkLst>
            <pc:docMk/>
            <pc:sldMk cId="0" sldId="290"/>
            <ac:graphicFrameMk id="3" creationId="{778E00DB-8913-26BB-D679-1CCDDEFBA491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48:08.133" v="0"/>
          <ac:picMkLst>
            <pc:docMk/>
            <pc:sldMk cId="0" sldId="290"/>
            <ac:picMk id="368" creationId="{00000000-0000-0000-0000-000000000000}"/>
          </ac:picMkLst>
        </pc:picChg>
      </pc:sldChg>
      <pc:sldChg chg="addSp delSp modSp delAnim">
        <pc:chgData name="Benhar Charles Velankanni" userId="S::benhar.velankanni@relevantz.com::3362e219-c834-491f-9854-1ab1850ed95b" providerId="AD" clId="Web-{B40E3FFB-5E89-61FA-FF01-295DEB25B7BC}" dt="2025-06-04T13:54:10.990" v="59" actId="1076"/>
        <pc:sldMkLst>
          <pc:docMk/>
          <pc:sldMk cId="0" sldId="292"/>
        </pc:sldMkLst>
        <pc:graphicFrameChg chg="add del mod">
          <ac:chgData name="Benhar Charles Velankanni" userId="S::benhar.velankanni@relevantz.com::3362e219-c834-491f-9854-1ab1850ed95b" providerId="AD" clId="Web-{B40E3FFB-5E89-61FA-FF01-295DEB25B7BC}" dt="2025-06-04T13:54:05.646" v="58"/>
          <ac:graphicFrameMkLst>
            <pc:docMk/>
            <pc:sldMk cId="0" sldId="292"/>
            <ac:graphicFrameMk id="3" creationId="{1D7F9396-6667-3B04-927A-5DAB20704B95}"/>
          </ac:graphicFrameMkLst>
        </pc:graphicFrameChg>
        <pc:graphicFrameChg chg="add">
          <ac:chgData name="Benhar Charles Velankanni" userId="S::benhar.velankanni@relevantz.com::3362e219-c834-491f-9854-1ab1850ed95b" providerId="AD" clId="Web-{B40E3FFB-5E89-61FA-FF01-295DEB25B7BC}" dt="2025-06-04T13:54:00.005" v="57"/>
          <ac:graphicFrameMkLst>
            <pc:docMk/>
            <pc:sldMk cId="0" sldId="292"/>
            <ac:graphicFrameMk id="5" creationId="{DBACB548-CB9D-43B3-821E-54E683CA5359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0:48.802" v="30"/>
          <ac:picMkLst>
            <pc:docMk/>
            <pc:sldMk cId="0" sldId="292"/>
            <ac:picMk id="380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3:57:44.570" v="138"/>
        <pc:sldMkLst>
          <pc:docMk/>
          <pc:sldMk cId="0" sldId="298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3:57:44.570" v="138"/>
          <ac:graphicFrameMkLst>
            <pc:docMk/>
            <pc:sldMk cId="0" sldId="298"/>
            <ac:graphicFrameMk id="3" creationId="{48DDA73F-2397-2BDE-2841-0CBFAF3764CD}"/>
          </ac:graphicFrameMkLst>
        </pc:graphicFrameChg>
        <pc:graphicFrameChg chg="add del mod">
          <ac:chgData name="Benhar Charles Velankanni" userId="S::benhar.velankanni@relevantz.com::3362e219-c834-491f-9854-1ab1850ed95b" providerId="AD" clId="Web-{B40E3FFB-5E89-61FA-FF01-295DEB25B7BC}" dt="2025-06-04T13:57:24.771" v="133"/>
          <ac:graphicFrameMkLst>
            <pc:docMk/>
            <pc:sldMk cId="0" sldId="298"/>
            <ac:graphicFrameMk id="5" creationId="{C079AF71-A93C-CF32-6B66-E64ED6A32C30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6:33.611" v="69"/>
          <ac:picMkLst>
            <pc:docMk/>
            <pc:sldMk cId="0" sldId="298"/>
            <ac:picMk id="416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1:21.649" v="155"/>
        <pc:sldMkLst>
          <pc:docMk/>
          <pc:sldMk cId="0" sldId="299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1:21.649" v="155"/>
          <ac:graphicFrameMkLst>
            <pc:docMk/>
            <pc:sldMk cId="0" sldId="299"/>
            <ac:graphicFrameMk id="3" creationId="{2FD996BC-D839-A332-0039-8D6AA3C43C9F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9:07.232" v="148"/>
          <ac:picMkLst>
            <pc:docMk/>
            <pc:sldMk cId="0" sldId="299"/>
            <ac:picMk id="423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2:24.670" v="162"/>
        <pc:sldMkLst>
          <pc:docMk/>
          <pc:sldMk cId="0" sldId="300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2:24.670" v="162"/>
          <ac:graphicFrameMkLst>
            <pc:docMk/>
            <pc:sldMk cId="0" sldId="300"/>
            <ac:graphicFrameMk id="3" creationId="{3D7E240D-973B-36F4-24A3-4C3CE01BADF7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4:02:08.169" v="156"/>
          <ac:picMkLst>
            <pc:docMk/>
            <pc:sldMk cId="0" sldId="300"/>
            <ac:picMk id="430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6:55.535" v="203"/>
        <pc:sldMkLst>
          <pc:docMk/>
          <pc:sldMk cId="0" sldId="301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6:55.535" v="203"/>
          <ac:graphicFrameMkLst>
            <pc:docMk/>
            <pc:sldMk cId="0" sldId="301"/>
            <ac:graphicFrameMk id="3" creationId="{42349725-964E-D6B5-15A6-1192BC6B5A6F}"/>
          </ac:graphicFrameMkLst>
        </pc:graphicFrameChg>
        <pc:graphicFrameChg chg="add del mod modGraphic">
          <ac:chgData name="Benhar Charles Velankanni" userId="S::benhar.velankanni@relevantz.com::3362e219-c834-491f-9854-1ab1850ed95b" providerId="AD" clId="Web-{B40E3FFB-5E89-61FA-FF01-295DEB25B7BC}" dt="2025-06-04T14:06:25.267" v="196"/>
          <ac:graphicFrameMkLst>
            <pc:docMk/>
            <pc:sldMk cId="0" sldId="301"/>
            <ac:graphicFrameMk id="5" creationId="{C21D5ACA-D02C-2972-0B1E-D888F1E71A01}"/>
          </ac:graphicFrameMkLst>
        </pc:graphicFrameChg>
        <pc:graphicFrameChg chg="add del">
          <ac:chgData name="Benhar Charles Velankanni" userId="S::benhar.velankanni@relevantz.com::3362e219-c834-491f-9854-1ab1850ed95b" providerId="AD" clId="Web-{B40E3FFB-5E89-61FA-FF01-295DEB25B7BC}" dt="2025-06-04T14:04:50.166" v="174"/>
          <ac:graphicFrameMkLst>
            <pc:docMk/>
            <pc:sldMk cId="0" sldId="301"/>
            <ac:graphicFrameMk id="6" creationId="{AC019E44-22E9-4878-3E87-69DAB4E90FAA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4:02:32.655" v="163"/>
          <ac:picMkLst>
            <pc:docMk/>
            <pc:sldMk cId="0" sldId="301"/>
            <ac:picMk id="437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5:02:52.783" v="229" actId="1076"/>
        <pc:sldMkLst>
          <pc:docMk/>
          <pc:sldMk cId="0" sldId="306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2:25.174" v="220"/>
          <ac:spMkLst>
            <pc:docMk/>
            <pc:sldMk cId="0" sldId="306"/>
            <ac:spMk id="3" creationId="{9ABD00F4-7692-658B-02F2-96FCB31E52B0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2:04.312" v="217"/>
          <ac:spMkLst>
            <pc:docMk/>
            <pc:sldMk cId="0" sldId="306"/>
            <ac:spMk id="465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2:52.783" v="229" actId="1076"/>
          <ac:graphicFrameMkLst>
            <pc:docMk/>
            <pc:sldMk cId="0" sldId="306"/>
            <ac:graphicFrameMk id="5" creationId="{FEBAA6E7-712B-86F0-184C-2EB908BCFDFA}"/>
          </ac:graphicFrameMkLst>
        </pc:graphicFrameChg>
      </pc:sldChg>
      <pc:sldChg chg="modSp">
        <pc:chgData name="Benhar Charles Velankanni" userId="S::benhar.velankanni@relevantz.com::3362e219-c834-491f-9854-1ab1850ed95b" providerId="AD" clId="Web-{B40E3FFB-5E89-61FA-FF01-295DEB25B7BC}" dt="2025-06-04T15:21:28.779" v="344" actId="20577"/>
        <pc:sldMkLst>
          <pc:docMk/>
          <pc:sldMk cId="0" sldId="313"/>
        </pc:sldMkLst>
        <pc:spChg chg="mod">
          <ac:chgData name="Benhar Charles Velankanni" userId="S::benhar.velankanni@relevantz.com::3362e219-c834-491f-9854-1ab1850ed95b" providerId="AD" clId="Web-{B40E3FFB-5E89-61FA-FF01-295DEB25B7BC}" dt="2025-06-04T15:21:28.779" v="344" actId="20577"/>
          <ac:spMkLst>
            <pc:docMk/>
            <pc:sldMk cId="0" sldId="313"/>
            <ac:spMk id="50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B40E3FFB-5E89-61FA-FF01-295DEB25B7BC}" dt="2025-06-04T15:03:55.082" v="230"/>
        <pc:sldMkLst>
          <pc:docMk/>
          <pc:sldMk cId="4085850579" sldId="317"/>
        </pc:sldMkLst>
        <pc:graphicFrameChg chg="modGraphic">
          <ac:chgData name="Benhar Charles Velankanni" userId="S::benhar.velankanni@relevantz.com::3362e219-c834-491f-9854-1ab1850ed95b" providerId="AD" clId="Web-{B40E3FFB-5E89-61FA-FF01-295DEB25B7BC}" dt="2025-06-04T15:03:55.082" v="230"/>
          <ac:graphicFrameMkLst>
            <pc:docMk/>
            <pc:sldMk cId="4085850579" sldId="317"/>
            <ac:graphicFrameMk id="5" creationId="{F3DCECEF-AA3D-B301-1836-5252DCB00A0F}"/>
          </ac:graphicFrameMkLst>
        </pc:graphicFrame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5:06:52.777" v="244"/>
        <pc:sldMkLst>
          <pc:docMk/>
          <pc:sldMk cId="3948225039" sldId="318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5:06:52.777" v="244"/>
          <ac:graphicFrameMkLst>
            <pc:docMk/>
            <pc:sldMk cId="3948225039" sldId="318"/>
            <ac:graphicFrameMk id="3" creationId="{10DC9657-AE9E-CFAB-23FB-0D1EB08C733F}"/>
          </ac:graphicFrameMkLst>
        </pc:graphicFrameChg>
        <pc:graphicFrameChg chg="del">
          <ac:chgData name="Benhar Charles Velankanni" userId="S::benhar.velankanni@relevantz.com::3362e219-c834-491f-9854-1ab1850ed95b" providerId="AD" clId="Web-{B40E3FFB-5E89-61FA-FF01-295DEB25B7BC}" dt="2025-06-04T15:05:34.852" v="231"/>
          <ac:graphicFrameMkLst>
            <pc:docMk/>
            <pc:sldMk cId="3948225039" sldId="318"/>
            <ac:graphicFrameMk id="5" creationId="{10D91901-AD94-7BC1-4D8C-F974353110F2}"/>
          </ac:graphicFrameMkLst>
        </pc:graphicFrameChg>
      </pc:sldChg>
      <pc:sldChg chg="ord">
        <pc:chgData name="Benhar Charles Velankanni" userId="S::benhar.velankanni@relevantz.com::3362e219-c834-491f-9854-1ab1850ed95b" providerId="AD" clId="Web-{B40E3FFB-5E89-61FA-FF01-295DEB25B7BC}" dt="2025-06-04T15:10:16.660" v="262"/>
        <pc:sldMkLst>
          <pc:docMk/>
          <pc:sldMk cId="2631080072" sldId="319"/>
        </pc:sldMkLst>
      </pc:sldChg>
      <pc:sldChg chg="modNotes">
        <pc:chgData name="Benhar Charles Velankanni" userId="S::benhar.velankanni@relevantz.com::3362e219-c834-491f-9854-1ab1850ed95b" providerId="AD" clId="Web-{B40E3FFB-5E89-61FA-FF01-295DEB25B7BC}" dt="2025-06-04T15:55:20.593" v="346"/>
        <pc:sldMkLst>
          <pc:docMk/>
          <pc:sldMk cId="3274934980" sldId="320"/>
        </pc:sldMkLst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3:54:15.209" v="60"/>
        <pc:sldMkLst>
          <pc:docMk/>
          <pc:sldMk cId="1331273169" sldId="328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3:52:28.795" v="41"/>
          <ac:spMkLst>
            <pc:docMk/>
            <pc:sldMk cId="1331273169" sldId="328"/>
            <ac:spMk id="3" creationId="{CE48AF5D-3218-C61C-732E-E5C80296BDE0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3:51:42.838" v="31"/>
          <ac:spMkLst>
            <pc:docMk/>
            <pc:sldMk cId="1331273169" sldId="328"/>
            <ac:spMk id="378" creationId="{B0468A84-57C3-1CA9-AA76-9932DF686D4C}"/>
          </ac:spMkLst>
        </pc:spChg>
        <pc:graphicFrameChg chg="add del mod modGraphic">
          <ac:chgData name="Benhar Charles Velankanni" userId="S::benhar.velankanni@relevantz.com::3362e219-c834-491f-9854-1ab1850ed95b" providerId="AD" clId="Web-{B40E3FFB-5E89-61FA-FF01-295DEB25B7BC}" dt="2025-06-04T13:53:56.473" v="56"/>
          <ac:graphicFrameMkLst>
            <pc:docMk/>
            <pc:sldMk cId="1331273169" sldId="328"/>
            <ac:graphicFrameMk id="5" creationId="{DBACB548-CB9D-43B3-821E-54E683CA5359}"/>
          </ac:graphicFrameMkLst>
        </pc:graphicFrameChg>
        <pc:graphicFrameChg chg="mod">
          <ac:chgData name="Benhar Charles Velankanni" userId="S::benhar.velankanni@relevantz.com::3362e219-c834-491f-9854-1ab1850ed95b" providerId="AD" clId="Web-{B40E3FFB-5E89-61FA-FF01-295DEB25B7BC}" dt="2025-06-04T13:54:15.209" v="60"/>
          <ac:graphicFrameMkLst>
            <pc:docMk/>
            <pc:sldMk cId="1331273169" sldId="328"/>
            <ac:graphicFrameMk id="7" creationId="{1D7F9396-6667-3B04-927A-5DAB20704B95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0:45.896" v="29"/>
          <ac:picMkLst>
            <pc:docMk/>
            <pc:sldMk cId="1331273169" sldId="328"/>
            <ac:picMk id="380" creationId="{FF7187CD-2219-C808-C4BD-CC5F896B6A6C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3:55:41.263" v="68" actId="1076"/>
        <pc:sldMkLst>
          <pc:docMk/>
          <pc:sldMk cId="1059031537" sldId="329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3:55:23.621" v="63"/>
          <ac:spMkLst>
            <pc:docMk/>
            <pc:sldMk cId="1059031537" sldId="329"/>
            <ac:spMk id="3" creationId="{D2AB8572-FF9E-8607-91EB-35CCC0907F9A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3:55:17.933" v="62"/>
          <ac:spMkLst>
            <pc:docMk/>
            <pc:sldMk cId="1059031537" sldId="329"/>
            <ac:spMk id="390" creationId="{A2591873-6DD9-1F5B-2A93-9676497ACEED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3:55:41.263" v="68" actId="1076"/>
          <ac:graphicFrameMkLst>
            <pc:docMk/>
            <pc:sldMk cId="1059031537" sldId="329"/>
            <ac:graphicFrameMk id="5" creationId="{AC6F4B21-661F-585F-4D65-E2AA8FA950A0}"/>
          </ac:graphicFrameMkLst>
        </pc:graphicFrameChg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3:58:22.729" v="147"/>
        <pc:sldMkLst>
          <pc:docMk/>
          <pc:sldMk cId="3923450393" sldId="330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3:57:54.852" v="139"/>
          <ac:graphicFrameMkLst>
            <pc:docMk/>
            <pc:sldMk cId="3923450393" sldId="330"/>
            <ac:graphicFrameMk id="3" creationId="{961B6C24-58D9-103F-AE6A-23EC51BD8932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3:58:22.729" v="147"/>
          <ac:graphicFrameMkLst>
            <pc:docMk/>
            <pc:sldMk cId="3923450393" sldId="330"/>
            <ac:graphicFrameMk id="5" creationId="{27D2225F-E9CE-5476-986C-FCCCE1DACF96}"/>
          </ac:graphicFrameMkLst>
        </pc:graphicFrameChg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4:05:50.296" v="189"/>
        <pc:sldMkLst>
          <pc:docMk/>
          <pc:sldMk cId="135159625" sldId="331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4:05:05.761" v="177"/>
          <ac:graphicFrameMkLst>
            <pc:docMk/>
            <pc:sldMk cId="135159625" sldId="331"/>
            <ac:graphicFrameMk id="3" creationId="{D5A3D408-79B5-E020-F815-152FFEF179BB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4:05:50.296" v="189"/>
          <ac:graphicFrameMkLst>
            <pc:docMk/>
            <pc:sldMk cId="135159625" sldId="331"/>
            <ac:graphicFrameMk id="5" creationId="{A9E4A6BD-4188-2981-A87B-5BD4F3D07621}"/>
          </ac:graphicFrameMkLst>
        </pc:graphicFrame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5:01:28.717" v="216"/>
        <pc:sldMkLst>
          <pc:docMk/>
          <pc:sldMk cId="2863528705" sldId="332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0:59.372" v="207"/>
          <ac:spMkLst>
            <pc:docMk/>
            <pc:sldMk cId="2863528705" sldId="332"/>
            <ac:spMk id="3" creationId="{A02B0334-9B10-D7B8-8E6E-D3A1D17327FD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0:52.575" v="205"/>
          <ac:spMkLst>
            <pc:docMk/>
            <pc:sldMk cId="2863528705" sldId="332"/>
            <ac:spMk id="447" creationId="{CCD7A0E0-C107-6EC8-D2F8-6FE4968885E7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1:28.717" v="216"/>
          <ac:graphicFrameMkLst>
            <pc:docMk/>
            <pc:sldMk cId="2863528705" sldId="332"/>
            <ac:graphicFrameMk id="5" creationId="{05A716D7-8EA8-AC24-5484-BC93D6BA9888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00:53.778" v="206"/>
          <ac:picMkLst>
            <pc:docMk/>
            <pc:sldMk cId="2863528705" sldId="332"/>
            <ac:picMk id="449" creationId="{39E1B664-DCF9-E123-8BAD-F18287B4E8E5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5:09:55.440" v="261"/>
        <pc:sldMkLst>
          <pc:docMk/>
          <pc:sldMk cId="1241844368" sldId="333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9:21.986" v="252"/>
          <ac:spMkLst>
            <pc:docMk/>
            <pc:sldMk cId="1241844368" sldId="333"/>
            <ac:spMk id="3" creationId="{6E10526C-ED92-38AF-EEB7-33BDA865822D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9:10.548" v="249"/>
          <ac:spMkLst>
            <pc:docMk/>
            <pc:sldMk cId="1241844368" sldId="333"/>
            <ac:spMk id="225" creationId="{27C17BB4-1C23-E006-7C7F-3F83B563A8EC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9:55.440" v="261"/>
          <ac:graphicFrameMkLst>
            <pc:docMk/>
            <pc:sldMk cId="1241844368" sldId="333"/>
            <ac:graphicFrameMk id="5" creationId="{3C53C8AA-12E0-F355-3375-5467908655AD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09:06.063" v="248"/>
          <ac:picMkLst>
            <pc:docMk/>
            <pc:sldMk cId="1241844368" sldId="333"/>
            <ac:picMk id="227" creationId="{4BCEC4CA-8613-3B5B-B8EB-7D693177455C}"/>
          </ac:picMkLst>
        </pc:picChg>
      </pc:sldChg>
      <pc:sldChg chg="add del replId">
        <pc:chgData name="Benhar Charles Velankanni" userId="S::benhar.velankanni@relevantz.com::3362e219-c834-491f-9854-1ab1850ed95b" providerId="AD" clId="Web-{B40E3FFB-5E89-61FA-FF01-295DEB25B7BC}" dt="2025-06-04T15:09:23.892" v="254"/>
        <pc:sldMkLst>
          <pc:docMk/>
          <pc:sldMk cId="1313834256" sldId="334"/>
        </pc:sldMkLst>
      </pc:sldChg>
      <pc:sldChg chg="add del replId">
        <pc:chgData name="Benhar Charles Velankanni" userId="S::benhar.velankanni@relevantz.com::3362e219-c834-491f-9854-1ab1850ed95b" providerId="AD" clId="Web-{B40E3FFB-5E89-61FA-FF01-295DEB25B7BC}" dt="2025-06-04T15:09:17.095" v="251"/>
        <pc:sldMkLst>
          <pc:docMk/>
          <pc:sldMk cId="1797344506" sldId="334"/>
        </pc:sldMkLst>
      </pc:sldChg>
      <pc:sldChg chg="addSp delSp modSp add delAnim">
        <pc:chgData name="Benhar Charles Velankanni" userId="S::benhar.velankanni@relevantz.com::3362e219-c834-491f-9854-1ab1850ed95b" providerId="AD" clId="Web-{B40E3FFB-5E89-61FA-FF01-295DEB25B7BC}" dt="2025-06-04T15:13:43.105" v="308"/>
        <pc:sldMkLst>
          <pc:docMk/>
          <pc:sldMk cId="3279807068" sldId="334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11:55.929" v="268"/>
          <ac:spMkLst>
            <pc:docMk/>
            <pc:sldMk cId="3279807068" sldId="334"/>
            <ac:spMk id="3" creationId="{82AFF313-52DD-111F-4A6C-DC27731D72F6}"/>
          </ac:spMkLst>
        </pc:spChg>
        <pc:spChg chg="del mod">
          <ac:chgData name="Benhar Charles Velankanni" userId="S::benhar.velankanni@relevantz.com::3362e219-c834-491f-9854-1ab1850ed95b" providerId="AD" clId="Web-{B40E3FFB-5E89-61FA-FF01-295DEB25B7BC}" dt="2025-06-04T15:11:51.866" v="266"/>
          <ac:spMkLst>
            <pc:docMk/>
            <pc:sldMk cId="3279807068" sldId="334"/>
            <ac:spMk id="295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13:43.105" v="308"/>
          <ac:graphicFrameMkLst>
            <pc:docMk/>
            <pc:sldMk cId="3279807068" sldId="334"/>
            <ac:graphicFrameMk id="5" creationId="{C94909C6-FDF1-9CF0-B76C-9701A09F9A57}"/>
          </ac:graphicFrameMkLst>
        </pc:graphicFrameChg>
        <pc:graphicFrameChg chg="add del mod">
          <ac:chgData name="Benhar Charles Velankanni" userId="S::benhar.velankanni@relevantz.com::3362e219-c834-491f-9854-1ab1850ed95b" providerId="AD" clId="Web-{B40E3FFB-5E89-61FA-FF01-295DEB25B7BC}" dt="2025-06-04T15:13:19.057" v="301"/>
          <ac:graphicFrameMkLst>
            <pc:docMk/>
            <pc:sldMk cId="3279807068" sldId="334"/>
            <ac:graphicFrameMk id="7" creationId="{425F90CA-2A8F-FC7B-5F3C-0A916CEF76E4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11:45.319" v="264"/>
          <ac:picMkLst>
            <pc:docMk/>
            <pc:sldMk cId="3279807068" sldId="334"/>
            <ac:picMk id="297" creationId="{00000000-0000-0000-0000-000000000000}"/>
          </ac:picMkLst>
        </pc:picChg>
        <pc:picChg chg="del">
          <ac:chgData name="Benhar Charles Velankanni" userId="S::benhar.velankanni@relevantz.com::3362e219-c834-491f-9854-1ab1850ed95b" providerId="AD" clId="Web-{B40E3FFB-5E89-61FA-FF01-295DEB25B7BC}" dt="2025-06-04T15:11:52.898" v="267"/>
          <ac:picMkLst>
            <pc:docMk/>
            <pc:sldMk cId="3279807068" sldId="334"/>
            <ac:picMk id="298" creationId="{00000000-0000-0000-0000-000000000000}"/>
          </ac:picMkLst>
        </pc:picChg>
      </pc:sldChg>
      <pc:sldChg chg="add del">
        <pc:chgData name="Benhar Charles Velankanni" userId="S::benhar.velankanni@relevantz.com::3362e219-c834-491f-9854-1ab1850ed95b" providerId="AD" clId="Web-{B40E3FFB-5E89-61FA-FF01-295DEB25B7BC}" dt="2025-06-04T15:12:03.664" v="270"/>
        <pc:sldMkLst>
          <pc:docMk/>
          <pc:sldMk cId="415392672" sldId="335"/>
        </pc:sldMkLst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5:14:21.482" v="314"/>
        <pc:sldMkLst>
          <pc:docMk/>
          <pc:sldMk cId="476002841" sldId="335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5:12:37.853" v="275"/>
          <ac:graphicFrameMkLst>
            <pc:docMk/>
            <pc:sldMk cId="476002841" sldId="335"/>
            <ac:graphicFrameMk id="5" creationId="{21FC73F3-42D7-F710-783F-E307455141E1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5:14:21.482" v="314"/>
          <ac:graphicFrameMkLst>
            <pc:docMk/>
            <pc:sldMk cId="476002841" sldId="335"/>
            <ac:graphicFrameMk id="7" creationId="{B1AD0364-C6D0-68FC-2166-687E3A9194B5}"/>
          </ac:graphicFrameMkLst>
        </pc:graphicFrameChg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5:16:23.611" v="332"/>
        <pc:sldMkLst>
          <pc:docMk/>
          <pc:sldMk cId="2616356292" sldId="336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15:29.594" v="319"/>
          <ac:spMkLst>
            <pc:docMk/>
            <pc:sldMk cId="2616356292" sldId="336"/>
            <ac:spMk id="3" creationId="{36ABF1B6-987F-2180-C4C5-1762EE179C64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15:25.093" v="318"/>
          <ac:spMkLst>
            <pc:docMk/>
            <pc:sldMk cId="2616356292" sldId="336"/>
            <ac:spMk id="303" creationId="{E78CCCAA-0A2A-6952-E98C-8F618F8BFDBD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16:23.611" v="332"/>
          <ac:graphicFrameMkLst>
            <pc:docMk/>
            <pc:sldMk cId="2616356292" sldId="336"/>
            <ac:graphicFrameMk id="5" creationId="{A8EF8B6C-EFE3-A143-D396-F73C4683AAC7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15:20.374" v="316"/>
          <ac:picMkLst>
            <pc:docMk/>
            <pc:sldMk cId="2616356292" sldId="336"/>
            <ac:picMk id="305" creationId="{1F08C78F-CD75-7A86-CBAE-F3738CD4DDFE}"/>
          </ac:picMkLst>
        </pc:picChg>
        <pc:picChg chg="del">
          <ac:chgData name="Benhar Charles Velankanni" userId="S::benhar.velankanni@relevantz.com::3362e219-c834-491f-9854-1ab1850ed95b" providerId="AD" clId="Web-{B40E3FFB-5E89-61FA-FF01-295DEB25B7BC}" dt="2025-06-04T15:15:21.640" v="317"/>
          <ac:picMkLst>
            <pc:docMk/>
            <pc:sldMk cId="2616356292" sldId="336"/>
            <ac:picMk id="306" creationId="{C46FFE2C-1293-0727-A14F-F4CC98BE4735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5:20:24.636" v="342" actId="1076"/>
        <pc:sldMkLst>
          <pc:docMk/>
          <pc:sldMk cId="2264971171" sldId="337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5:20:24.636" v="342" actId="1076"/>
          <ac:graphicFrameMkLst>
            <pc:docMk/>
            <pc:sldMk cId="2264971171" sldId="337"/>
            <ac:graphicFrameMk id="3" creationId="{E145B686-DE11-47E3-A36A-59F889F2C57D}"/>
          </ac:graphicFrameMkLst>
        </pc:graphicFrameChg>
        <pc:graphicFrameChg chg="del">
          <ac:chgData name="Benhar Charles Velankanni" userId="S::benhar.velankanni@relevantz.com::3362e219-c834-491f-9854-1ab1850ed95b" providerId="AD" clId="Web-{B40E3FFB-5E89-61FA-FF01-295DEB25B7BC}" dt="2025-06-04T15:18:33.882" v="334"/>
          <ac:graphicFrameMkLst>
            <pc:docMk/>
            <pc:sldMk cId="2264971171" sldId="337"/>
            <ac:graphicFrameMk id="5" creationId="{E011B328-8451-1421-FC0E-51027C8C133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7635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625e7805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7625e7805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90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47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6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17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67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815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0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32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860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863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/>
          <p:nvPr/>
        </p:nvSpPr>
        <p:spPr>
          <a:xfrm rot="10800000" flipH="1">
            <a:off x="457200" y="809428"/>
            <a:ext cx="32763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25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6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26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27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27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Pre -Tes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24543" y="143088"/>
            <a:ext cx="8319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689491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28" descr="C:\Users\rajthilaks\Desktop\LogoPNG.png"/>
          <p:cNvPicPr preferRelativeResize="0"/>
          <p:nvPr/>
        </p:nvPicPr>
        <p:blipFill rotWithShape="1">
          <a:blip r:embed="rId3">
            <a:alphaModFix/>
          </a:blip>
          <a:srcRect b="23652"/>
          <a:stretch/>
        </p:blipFill>
        <p:spPr>
          <a:xfrm>
            <a:off x="8398669" y="139151"/>
            <a:ext cx="579129" cy="2364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28"/>
          <p:cNvGraphicFramePr/>
          <p:nvPr/>
        </p:nvGraphicFramePr>
        <p:xfrm>
          <a:off x="1317713" y="833000"/>
          <a:ext cx="6221200" cy="3742000"/>
        </p:xfrm>
        <a:graphic>
          <a:graphicData uri="http://schemas.openxmlformats.org/drawingml/2006/table">
            <a:tbl>
              <a:tblPr firstRow="1" bandRow="1">
                <a:noFill/>
                <a:tableStyleId>{51958573-18DD-4F4F-87A5-23D0A4D2D5AC}</a:tableStyleId>
              </a:tblPr>
              <a:tblGrid>
                <a:gridCol w="592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023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2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S.No.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Question 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Answer Options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2">
            <a:alphaModFix/>
          </a:blip>
          <a:srcRect t="835" b="835"/>
          <a:stretch/>
        </p:blipFill>
        <p:spPr>
          <a:xfrm>
            <a:off x="7828161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2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82" name="Google Shape;82;p22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8" name="Google Shape;88;p29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3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3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32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33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3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34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7625e78053_0_64"/>
          <p:cNvSpPr txBox="1"/>
          <p:nvPr/>
        </p:nvSpPr>
        <p:spPr>
          <a:xfrm>
            <a:off x="702325" y="1771000"/>
            <a:ext cx="6725400" cy="6636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SzPts val="4000"/>
            </a:pPr>
            <a:r>
              <a:rPr lang="en-IN" sz="400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Project work</a:t>
            </a:r>
            <a:endParaRPr lang="en-IN" sz="4000" dirty="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8762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Project Overview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goal of this project is to build a </a:t>
            </a:r>
            <a:r>
              <a:rPr lang="en-US" b="1" dirty="0"/>
              <a:t>simple Full Stack Web Application</a:t>
            </a:r>
            <a:r>
              <a:rPr lang="en-US" dirty="0"/>
              <a:t> that allows users to manage daily tasks (</a:t>
            </a:r>
            <a:r>
              <a:rPr lang="en-US" dirty="0" err="1"/>
              <a:t>Todos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/>
              <a:t>Users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new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existing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 tasks as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Persist tasks in a database</a:t>
            </a:r>
          </a:p>
          <a:p>
            <a:r>
              <a:rPr lang="en-US" dirty="0"/>
              <a:t>The application will use:</a:t>
            </a:r>
          </a:p>
          <a:p>
            <a:r>
              <a:rPr lang="en-US" b="1" dirty="0"/>
              <a:t>Frontend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</a:t>
            </a:r>
          </a:p>
          <a:p>
            <a:r>
              <a:rPr lang="en-US" b="1" dirty="0"/>
              <a:t>Backend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ASP.NET Core 9 </a:t>
            </a:r>
            <a:r>
              <a:rPr lang="en-US" dirty="0" smtClean="0"/>
              <a:t>or 10 Web </a:t>
            </a:r>
            <a:r>
              <a:rPr lang="en-US" dirty="0"/>
              <a:t>API</a:t>
            </a:r>
          </a:p>
          <a:p>
            <a:r>
              <a:rPr lang="en-US" b="1" dirty="0"/>
              <a:t>Database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Server with 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387685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Project Objectives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Students will learn how to:</a:t>
            </a:r>
          </a:p>
          <a:p>
            <a:r>
              <a:rPr lang="en-IN" dirty="0"/>
              <a:t>Build a </a:t>
            </a:r>
            <a:r>
              <a:rPr lang="en-IN" b="1" dirty="0" err="1"/>
              <a:t>RESTful</a:t>
            </a:r>
            <a:r>
              <a:rPr lang="en-IN" b="1" dirty="0"/>
              <a:t> API</a:t>
            </a:r>
            <a:endParaRPr lang="en-IN" dirty="0"/>
          </a:p>
          <a:p>
            <a:r>
              <a:rPr lang="en-IN" dirty="0"/>
              <a:t>Connect </a:t>
            </a:r>
            <a:r>
              <a:rPr lang="en-IN" b="1" dirty="0"/>
              <a:t>JavaScript frontend to backend API</a:t>
            </a:r>
            <a:endParaRPr lang="en-IN" dirty="0"/>
          </a:p>
          <a:p>
            <a:r>
              <a:rPr lang="en-IN" dirty="0"/>
              <a:t>Perform </a:t>
            </a:r>
            <a:r>
              <a:rPr lang="en-IN" b="1" dirty="0"/>
              <a:t>CRUD operations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Entity Framework Core</a:t>
            </a:r>
            <a:endParaRPr lang="en-IN" dirty="0"/>
          </a:p>
          <a:p>
            <a:r>
              <a:rPr lang="en-IN" dirty="0"/>
              <a:t>Store and retrieve data from </a:t>
            </a:r>
            <a:r>
              <a:rPr lang="en-IN" b="1" dirty="0"/>
              <a:t>SQL Server</a:t>
            </a:r>
            <a:endParaRPr lang="en-IN" dirty="0"/>
          </a:p>
          <a:p>
            <a:r>
              <a:rPr lang="en-IN" dirty="0"/>
              <a:t>Build dynamic UI using </a:t>
            </a:r>
            <a:r>
              <a:rPr lang="en-IN" b="1" dirty="0"/>
              <a:t>DOM Manipulation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6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System Architecture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User Browser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HTML + CSS + JavaScript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Fetch API (HTTP Request)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ASP.NET Core Web API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Entity Framework Core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SQL Server Database</a:t>
            </a:r>
          </a:p>
        </p:txBody>
      </p:sp>
    </p:spTree>
    <p:extLst>
      <p:ext uri="{BB962C8B-B14F-4D97-AF65-F5344CB8AC3E}">
        <p14:creationId xmlns:p14="http://schemas.microsoft.com/office/powerpoint/2010/main" val="18579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</a:t>
            </a:r>
            <a:r>
              <a:rPr lang="en-IN" sz="2400" dirty="0" smtClean="0"/>
              <a:t>Requirement Documentation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35019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User must be able to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Enter </a:t>
            </a:r>
            <a:r>
              <a:rPr lang="en-US" dirty="0"/>
              <a:t>task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Add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should be stored in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should appear in list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Input: Buy Groceries</a:t>
            </a:r>
          </a:p>
          <a:p>
            <a:r>
              <a:rPr lang="en-US" dirty="0"/>
              <a:t>Output: Task added to list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377744" y="1009448"/>
            <a:ext cx="35019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System must: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Retrieve </a:t>
            </a:r>
            <a:r>
              <a:rPr lang="en-US" dirty="0" err="1"/>
              <a:t>todos</a:t>
            </a:r>
            <a:r>
              <a:rPr lang="en-US" dirty="0"/>
              <a:t> from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them on webpage</a:t>
            </a:r>
          </a:p>
          <a:p>
            <a:endParaRPr lang="en-US" dirty="0"/>
          </a:p>
          <a:p>
            <a:r>
              <a:rPr lang="en-US" dirty="0"/>
              <a:t>Example UI:</a:t>
            </a:r>
          </a:p>
          <a:p>
            <a:endParaRPr lang="en-US" dirty="0"/>
          </a:p>
          <a:p>
            <a:r>
              <a:rPr lang="en-US" dirty="0"/>
              <a:t>• Buy Groceries</a:t>
            </a:r>
          </a:p>
          <a:p>
            <a:r>
              <a:rPr lang="en-US" dirty="0"/>
              <a:t>• Learn JavaScript</a:t>
            </a:r>
          </a:p>
          <a:p>
            <a:r>
              <a:rPr lang="en-US" dirty="0"/>
              <a:t>• Complete Assignment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8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</a:t>
            </a:r>
            <a:r>
              <a:rPr lang="en-IN" sz="2400" dirty="0" smtClean="0"/>
              <a:t>Requirement Documentation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35019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User must be able to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</a:t>
            </a:r>
            <a:r>
              <a:rPr lang="en-US" b="1" dirty="0"/>
              <a:t>Delete button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should be removed from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should update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744" y="1009448"/>
            <a:ext cx="35019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User must be able to: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Click checkbox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Mark task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Completed task should appear with strike-through style</a:t>
            </a:r>
          </a:p>
          <a:p>
            <a:endParaRPr lang="en-US" dirty="0" smtClean="0"/>
          </a:p>
          <a:p>
            <a:r>
              <a:rPr lang="en-US" dirty="0" smtClean="0"/>
              <a:t>Example:</a:t>
            </a:r>
          </a:p>
          <a:p>
            <a:endParaRPr lang="en-US" dirty="0" smtClean="0"/>
          </a:p>
          <a:p>
            <a:r>
              <a:rPr lang="en-US" dirty="0" smtClean="0"/>
              <a:t>✔ Buy Groceries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8186" y="305242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User must be able to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Edit existing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 updated value</a:t>
            </a:r>
          </a:p>
        </p:txBody>
      </p:sp>
    </p:spTree>
    <p:extLst>
      <p:ext uri="{BB962C8B-B14F-4D97-AF65-F5344CB8AC3E}">
        <p14:creationId xmlns:p14="http://schemas.microsoft.com/office/powerpoint/2010/main" val="96196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Design</a:t>
            </a:r>
            <a:endParaRPr lang="en-IN" sz="2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28650" y="2391569"/>
          <a:ext cx="7886700" cy="12192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Task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IsCompleted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Completion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83062"/>
              </p:ext>
            </p:extLst>
          </p:nvPr>
        </p:nvGraphicFramePr>
        <p:xfrm>
          <a:off x="718802" y="1095096"/>
          <a:ext cx="78867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IsCompleted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Learn ASP.NET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Finish Homework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API Endpoints</a:t>
            </a:r>
            <a:endParaRPr lang="en-IN" sz="2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18697"/>
              </p:ext>
            </p:extLst>
          </p:nvPr>
        </p:nvGraphicFramePr>
        <p:xfrm>
          <a:off x="544938" y="1479315"/>
          <a:ext cx="7886700" cy="15240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/api/todo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 all todos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/api/todo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new 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/api/todo/{id}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Update 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/api/todo/{id}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Delete </a:t>
                      </a:r>
                      <a:r>
                        <a:rPr lang="en-IN" dirty="0" err="1"/>
                        <a:t>todo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37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Bonus Features (Optional)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381000" y="1415613"/>
            <a:ext cx="642011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Students can add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filtering (All / Active / Completed)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Edit </a:t>
            </a:r>
            <a:r>
              <a:rPr lang="en-US" dirty="0" err="1"/>
              <a:t>Todo</a:t>
            </a:r>
            <a:r>
              <a:rPr lang="en-US" dirty="0"/>
              <a:t>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Dark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priority</a:t>
            </a:r>
          </a:p>
        </p:txBody>
      </p:sp>
    </p:spTree>
    <p:extLst>
      <p:ext uri="{BB962C8B-B14F-4D97-AF65-F5344CB8AC3E}">
        <p14:creationId xmlns:p14="http://schemas.microsoft.com/office/powerpoint/2010/main" val="88666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/>
        </p:nvSpPr>
        <p:spPr>
          <a:xfrm>
            <a:off x="226925" y="151275"/>
            <a:ext cx="4962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Check Your Understanding 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10"/>
          <p:cNvSpPr/>
          <p:nvPr/>
        </p:nvSpPr>
        <p:spPr>
          <a:xfrm rot="10800000" flipH="1">
            <a:off x="305900" y="627875"/>
            <a:ext cx="37635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1" name="Google Shape;491;p10" descr="check sign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5597" y="1075321"/>
            <a:ext cx="1768724" cy="1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/>
        </p:nvSpPr>
        <p:spPr>
          <a:xfrm>
            <a:off x="394950" y="223550"/>
            <a:ext cx="4442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&amp; Answer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8" name="Google Shape;4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175" y="940450"/>
            <a:ext cx="4832175" cy="33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/>
              <a:t>Benhar Charles Velankanni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  <MediaLengthInSeconds xmlns="9f6ad64a-8b6b-48eb-ae60-12a54eda0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8A4D05-2C6B-4E3D-ACBF-D0F4E11F0DD3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dcmitype/"/>
    <ds:schemaRef ds:uri="70328ee1-d215-47f2-9f94-e66745c0848f"/>
    <ds:schemaRef ds:uri="9f6ad64a-8b6b-48eb-ae60-12a54eda0ca9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65DA012-BBE1-41E3-B821-9BF2DDCA6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FC267C-DE1B-4101-8C28-4BADF6AAF7D3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17929</TotalTime>
  <Words>368</Words>
  <Application>Microsoft Office PowerPoint</Application>
  <PresentationFormat>On-screen Show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Proxima Nova</vt:lpstr>
      <vt:lpstr>Arial</vt:lpstr>
      <vt:lpstr>Proxima Nova Semibold</vt:lpstr>
      <vt:lpstr>Calibri</vt:lpstr>
      <vt:lpstr>Relevantz - Internal Slide Template</vt:lpstr>
      <vt:lpstr>Relevantz - Internal Slide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 V</dc:creator>
  <cp:lastModifiedBy>Microsoft account</cp:lastModifiedBy>
  <cp:revision>28</cp:revision>
  <dcterms:modified xsi:type="dcterms:W3CDTF">2026-03-09T05:02:58Z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391700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2025-06-04T11:23:41Z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fe66d7b1-c17e-4ba8-a08d-2e146117dc7e</vt:lpwstr>
  </property>
  <property fmtid="{D5CDD505-2E9C-101B-9397-08002B2CF9AE}" pid="15" name="MSIP_Label_defa4170-0d19-0005-0004-bc88714345d2_ActionId">
    <vt:lpwstr>db0fe4a2-2236-45c4-9210-9d9cc71c4f5d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10, 3, 0, 2</vt:lpwstr>
  </property>
</Properties>
</file>