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22"/>
  </p:notesMasterIdLst>
  <p:sldIdLst>
    <p:sldId id="361" r:id="rId6"/>
    <p:sldId id="377" r:id="rId7"/>
    <p:sldId id="378" r:id="rId8"/>
    <p:sldId id="379" r:id="rId9"/>
    <p:sldId id="380" r:id="rId10"/>
    <p:sldId id="381" r:id="rId11"/>
    <p:sldId id="385" r:id="rId12"/>
    <p:sldId id="386" r:id="rId13"/>
    <p:sldId id="382" r:id="rId14"/>
    <p:sldId id="387" r:id="rId15"/>
    <p:sldId id="388" r:id="rId16"/>
    <p:sldId id="389" r:id="rId17"/>
    <p:sldId id="383" r:id="rId18"/>
    <p:sldId id="310" r:id="rId19"/>
    <p:sldId id="311" r:id="rId20"/>
    <p:sldId id="313" r:id="rId21"/>
  </p:sldIdLst>
  <p:sldSz cx="9144000" cy="5143500" type="screen16x9"/>
  <p:notesSz cx="6858000" cy="9144000"/>
  <p:embeddedFontLst>
    <p:embeddedFont>
      <p:font typeface="Proxima Nova" panose="020B0604020202020204" charset="0"/>
      <p:regular r:id="rId23"/>
      <p:bold r:id="rId24"/>
      <p:italic r:id="rId25"/>
      <p:boldItalic r:id="rId26"/>
    </p:embeddedFont>
    <p:embeddedFont>
      <p:font typeface="Proxima Nova Semibold" panose="020B0604020202020204" charset="0"/>
      <p:regular r:id="rId27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95" roundtripDataSignature="AMtx7miPhXGxc0iE9gpBlCh+HQf++Ga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0F877-0A78-424F-8D1A-40D0401395E5}" v="44" dt="2026-03-12T09:02:58.714"/>
  </p1510:revLst>
</p1510:revInfo>
</file>

<file path=ppt/tableStyles.xml><?xml version="1.0" encoding="utf-8"?>
<a:tblStyleLst xmlns:a="http://schemas.openxmlformats.org/drawingml/2006/main" def="{51958573-18DD-4F4F-87A5-23D0A4D2D5AC}">
  <a:tblStyle styleId="{51958573-18DD-4F4F-87A5-23D0A4D2D5A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A3176-15EB-4DB9-A849-97660B76C8F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4472C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9BAF51-D252-47A5-B818-23F1545D66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2" autoAdjust="0"/>
    <p:restoredTop sz="94660"/>
  </p:normalViewPr>
  <p:slideViewPr>
    <p:cSldViewPr snapToGrid="0">
      <p:cViewPr varScale="1">
        <p:scale>
          <a:sx n="98" d="100"/>
          <a:sy n="98" d="100"/>
        </p:scale>
        <p:origin x="54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9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95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100" Type="http://schemas.microsoft.com/office/2016/11/relationships/changesInfo" Target="changesInfos/changesInfo1.xml"/><Relationship Id="rId8" Type="http://schemas.openxmlformats.org/officeDocument/2006/relationships/slide" Target="slides/slide3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Gupta" userId="1310e8a3b4bb434f" providerId="LiveId" clId="{41C0FEEC-9B27-42F3-A120-359305B31782}"/>
    <pc:docChg chg="undo custSel modSld">
      <pc:chgData name="Palak Gupta" userId="1310e8a3b4bb434f" providerId="LiveId" clId="{41C0FEEC-9B27-42F3-A120-359305B31782}" dt="2026-03-12T09:01:45.691" v="437"/>
      <pc:docMkLst>
        <pc:docMk/>
      </pc:docMkLst>
      <pc:sldChg chg="addSp modSp mod">
        <pc:chgData name="Palak Gupta" userId="1310e8a3b4bb434f" providerId="LiveId" clId="{41C0FEEC-9B27-42F3-A120-359305B31782}" dt="2026-03-12T09:01:45.691" v="437"/>
        <pc:sldMkLst>
          <pc:docMk/>
          <pc:sldMk cId="3876855337" sldId="377"/>
        </pc:sldMkLst>
        <pc:spChg chg="add">
          <ac:chgData name="Palak Gupta" userId="1310e8a3b4bb434f" providerId="LiveId" clId="{41C0FEEC-9B27-42F3-A120-359305B31782}" dt="2026-03-12T08:35:59.432" v="26"/>
          <ac:spMkLst>
            <pc:docMk/>
            <pc:sldMk cId="3876855337" sldId="377"/>
            <ac:spMk id="2" creationId="{26CF183C-9C2A-05B5-21B1-868F87369D7C}"/>
          </ac:spMkLst>
        </pc:spChg>
        <pc:spChg chg="mod">
          <ac:chgData name="Palak Gupta" userId="1310e8a3b4bb434f" providerId="LiveId" clId="{41C0FEEC-9B27-42F3-A120-359305B31782}" dt="2026-03-12T09:01:45.691" v="437"/>
          <ac:spMkLst>
            <pc:docMk/>
            <pc:sldMk cId="3876855337" sldId="377"/>
            <ac:spMk id="4" creationId="{00000000-0000-0000-0000-000000000000}"/>
          </ac:spMkLst>
        </pc:spChg>
      </pc:sldChg>
      <pc:sldChg chg="modSp mod">
        <pc:chgData name="Palak Gupta" userId="1310e8a3b4bb434f" providerId="LiveId" clId="{41C0FEEC-9B27-42F3-A120-359305B31782}" dt="2026-03-12T08:41:54.458" v="115" actId="20577"/>
        <pc:sldMkLst>
          <pc:docMk/>
          <pc:sldMk cId="3737617362" sldId="378"/>
        </pc:sldMkLst>
        <pc:graphicFrameChg chg="mod modGraphic">
          <ac:chgData name="Palak Gupta" userId="1310e8a3b4bb434f" providerId="LiveId" clId="{41C0FEEC-9B27-42F3-A120-359305B31782}" dt="2026-03-12T08:41:54.458" v="115" actId="20577"/>
          <ac:graphicFrameMkLst>
            <pc:docMk/>
            <pc:sldMk cId="3737617362" sldId="378"/>
            <ac:graphicFrameMk id="2" creationId="{006E0B15-4913-B211-9F0E-E5F371403222}"/>
          </ac:graphicFrameMkLst>
        </pc:graphicFrameChg>
      </pc:sldChg>
      <pc:sldChg chg="modSp mod">
        <pc:chgData name="Palak Gupta" userId="1310e8a3b4bb434f" providerId="LiveId" clId="{41C0FEEC-9B27-42F3-A120-359305B31782}" dt="2026-03-12T09:01:45.691" v="437"/>
        <pc:sldMkLst>
          <pc:docMk/>
          <pc:sldMk cId="723188332" sldId="380"/>
        </pc:sldMkLst>
        <pc:spChg chg="mod">
          <ac:chgData name="Palak Gupta" userId="1310e8a3b4bb434f" providerId="LiveId" clId="{41C0FEEC-9B27-42F3-A120-359305B31782}" dt="2026-03-12T09:01:45.691" v="437"/>
          <ac:spMkLst>
            <pc:docMk/>
            <pc:sldMk cId="723188332" sldId="380"/>
            <ac:spMk id="4" creationId="{00000000-0000-0000-0000-000000000000}"/>
          </ac:spMkLst>
        </pc:spChg>
        <pc:spChg chg="mod">
          <ac:chgData name="Palak Gupta" userId="1310e8a3b4bb434f" providerId="LiveId" clId="{41C0FEEC-9B27-42F3-A120-359305B31782}" dt="2026-03-12T09:01:45.691" v="437"/>
          <ac:spMkLst>
            <pc:docMk/>
            <pc:sldMk cId="723188332" sldId="380"/>
            <ac:spMk id="6" creationId="{00000000-0000-0000-0000-000000000000}"/>
          </ac:spMkLst>
        </pc:spChg>
      </pc:sldChg>
      <pc:sldChg chg="modSp mod">
        <pc:chgData name="Palak Gupta" userId="1310e8a3b4bb434f" providerId="LiveId" clId="{41C0FEEC-9B27-42F3-A120-359305B31782}" dt="2026-03-12T08:50:12.091" v="254" actId="20577"/>
        <pc:sldMkLst>
          <pc:docMk/>
          <pc:sldMk cId="961962386" sldId="381"/>
        </pc:sldMkLst>
        <pc:spChg chg="mod">
          <ac:chgData name="Palak Gupta" userId="1310e8a3b4bb434f" providerId="LiveId" clId="{41C0FEEC-9B27-42F3-A120-359305B31782}" dt="2026-03-12T08:48:47.813" v="214" actId="20577"/>
          <ac:spMkLst>
            <pc:docMk/>
            <pc:sldMk cId="961962386" sldId="381"/>
            <ac:spMk id="4" creationId="{00000000-0000-0000-0000-000000000000}"/>
          </ac:spMkLst>
        </pc:spChg>
        <pc:spChg chg="mod">
          <ac:chgData name="Palak Gupta" userId="1310e8a3b4bb434f" providerId="LiveId" clId="{41C0FEEC-9B27-42F3-A120-359305B31782}" dt="2026-03-12T08:50:12.091" v="254" actId="20577"/>
          <ac:spMkLst>
            <pc:docMk/>
            <pc:sldMk cId="961962386" sldId="381"/>
            <ac:spMk id="6" creationId="{00000000-0000-0000-0000-000000000000}"/>
          </ac:spMkLst>
        </pc:spChg>
      </pc:sldChg>
      <pc:sldChg chg="addSp delSp modSp mod">
        <pc:chgData name="Palak Gupta" userId="1310e8a3b4bb434f" providerId="LiveId" clId="{41C0FEEC-9B27-42F3-A120-359305B31782}" dt="2026-03-12T08:57:24.709" v="404" actId="113"/>
        <pc:sldMkLst>
          <pc:docMk/>
          <pc:sldMk cId="161452412" sldId="382"/>
        </pc:sldMkLst>
        <pc:spChg chg="mod">
          <ac:chgData name="Palak Gupta" userId="1310e8a3b4bb434f" providerId="LiveId" clId="{41C0FEEC-9B27-42F3-A120-359305B31782}" dt="2026-03-12T08:56:29.669" v="387"/>
          <ac:spMkLst>
            <pc:docMk/>
            <pc:sldMk cId="161452412" sldId="382"/>
            <ac:spMk id="4" creationId="{15A33F13-E717-4EE5-2DA1-41F8DC7B2F82}"/>
          </ac:spMkLst>
        </pc:spChg>
        <pc:graphicFrameChg chg="add mod">
          <ac:chgData name="Palak Gupta" userId="1310e8a3b4bb434f" providerId="LiveId" clId="{41C0FEEC-9B27-42F3-A120-359305B31782}" dt="2026-03-12T08:56:50.043" v="399"/>
          <ac:graphicFrameMkLst>
            <pc:docMk/>
            <pc:sldMk cId="161452412" sldId="382"/>
            <ac:graphicFrameMk id="2" creationId="{BF4CF87E-DC60-90A0-6366-5DE57F09093A}"/>
          </ac:graphicFrameMkLst>
        </pc:graphicFrameChg>
        <pc:graphicFrameChg chg="del modGraphic">
          <ac:chgData name="Palak Gupta" userId="1310e8a3b4bb434f" providerId="LiveId" clId="{41C0FEEC-9B27-42F3-A120-359305B31782}" dt="2026-03-12T08:56:55.317" v="400" actId="478"/>
          <ac:graphicFrameMkLst>
            <pc:docMk/>
            <pc:sldMk cId="161452412" sldId="382"/>
            <ac:graphicFrameMk id="3" creationId="{9FDBABB9-0E34-7F0E-EAC8-795A6C0410B5}"/>
          </ac:graphicFrameMkLst>
        </pc:graphicFrameChg>
        <pc:graphicFrameChg chg="add mod modGraphic">
          <ac:chgData name="Palak Gupta" userId="1310e8a3b4bb434f" providerId="LiveId" clId="{41C0FEEC-9B27-42F3-A120-359305B31782}" dt="2026-03-12T08:57:24.709" v="404" actId="113"/>
          <ac:graphicFrameMkLst>
            <pc:docMk/>
            <pc:sldMk cId="161452412" sldId="382"/>
            <ac:graphicFrameMk id="5" creationId="{079379A8-5BBA-459B-3644-DC57191F131E}"/>
          </ac:graphicFrameMkLst>
        </pc:graphicFrameChg>
      </pc:sldChg>
      <pc:sldChg chg="modSp">
        <pc:chgData name="Palak Gupta" userId="1310e8a3b4bb434f" providerId="LiveId" clId="{41C0FEEC-9B27-42F3-A120-359305B31782}" dt="2026-03-12T09:00:14.997" v="434"/>
        <pc:sldMkLst>
          <pc:docMk/>
          <pc:sldMk cId="3012378659" sldId="383"/>
        </pc:sldMkLst>
        <pc:spChg chg="mod">
          <ac:chgData name="Palak Gupta" userId="1310e8a3b4bb434f" providerId="LiveId" clId="{41C0FEEC-9B27-42F3-A120-359305B31782}" dt="2026-03-12T09:00:14.997" v="434"/>
          <ac:spMkLst>
            <pc:docMk/>
            <pc:sldMk cId="3012378659" sldId="383"/>
            <ac:spMk id="4" creationId="{2EF21B8A-80D2-EAA5-2849-1033182A7ED8}"/>
          </ac:spMkLst>
        </pc:spChg>
      </pc:sldChg>
      <pc:sldChg chg="modSp mod">
        <pc:chgData name="Palak Gupta" userId="1310e8a3b4bb434f" providerId="LiveId" clId="{41C0FEEC-9B27-42F3-A120-359305B31782}" dt="2026-03-12T09:01:45.691" v="437"/>
        <pc:sldMkLst>
          <pc:docMk/>
          <pc:sldMk cId="2920129537" sldId="385"/>
        </pc:sldMkLst>
        <pc:spChg chg="mod">
          <ac:chgData name="Palak Gupta" userId="1310e8a3b4bb434f" providerId="LiveId" clId="{41C0FEEC-9B27-42F3-A120-359305B31782}" dt="2026-03-12T08:51:05.985" v="255"/>
          <ac:spMkLst>
            <pc:docMk/>
            <pc:sldMk cId="2920129537" sldId="385"/>
            <ac:spMk id="4" creationId="{DDB62699-4156-9C40-74BE-850F7C4D97DC}"/>
          </ac:spMkLst>
        </pc:spChg>
        <pc:spChg chg="mod">
          <ac:chgData name="Palak Gupta" userId="1310e8a3b4bb434f" providerId="LiveId" clId="{41C0FEEC-9B27-42F3-A120-359305B31782}" dt="2026-03-12T09:01:45.691" v="437"/>
          <ac:spMkLst>
            <pc:docMk/>
            <pc:sldMk cId="2920129537" sldId="385"/>
            <ac:spMk id="6" creationId="{E19783A5-0234-40BF-DF5C-8C88F9F8642C}"/>
          </ac:spMkLst>
        </pc:spChg>
      </pc:sldChg>
      <pc:sldChg chg="modSp mod">
        <pc:chgData name="Palak Gupta" userId="1310e8a3b4bb434f" providerId="LiveId" clId="{41C0FEEC-9B27-42F3-A120-359305B31782}" dt="2026-03-12T08:55:52.290" v="386"/>
        <pc:sldMkLst>
          <pc:docMk/>
          <pc:sldMk cId="4007439774" sldId="386"/>
        </pc:sldMkLst>
        <pc:spChg chg="mod">
          <ac:chgData name="Palak Gupta" userId="1310e8a3b4bb434f" providerId="LiveId" clId="{41C0FEEC-9B27-42F3-A120-359305B31782}" dt="2026-03-12T08:54:47.715" v="367" actId="20577"/>
          <ac:spMkLst>
            <pc:docMk/>
            <pc:sldMk cId="4007439774" sldId="386"/>
            <ac:spMk id="4" creationId="{E875E7CF-0F9F-1227-F103-C655C8360D1D}"/>
          </ac:spMkLst>
        </pc:spChg>
        <pc:spChg chg="mod">
          <ac:chgData name="Palak Gupta" userId="1310e8a3b4bb434f" providerId="LiveId" clId="{41C0FEEC-9B27-42F3-A120-359305B31782}" dt="2026-03-12T08:55:52.290" v="386"/>
          <ac:spMkLst>
            <pc:docMk/>
            <pc:sldMk cId="4007439774" sldId="386"/>
            <ac:spMk id="6" creationId="{6AD47EB1-C898-8888-AB21-2C60B76D9865}"/>
          </ac:spMkLst>
        </pc:spChg>
      </pc:sldChg>
      <pc:sldChg chg="addSp delSp modSp mod">
        <pc:chgData name="Palak Gupta" userId="1310e8a3b4bb434f" providerId="LiveId" clId="{41C0FEEC-9B27-42F3-A120-359305B31782}" dt="2026-03-12T08:58:09.623" v="428"/>
        <pc:sldMkLst>
          <pc:docMk/>
          <pc:sldMk cId="4289158472" sldId="387"/>
        </pc:sldMkLst>
        <pc:spChg chg="mod">
          <ac:chgData name="Palak Gupta" userId="1310e8a3b4bb434f" providerId="LiveId" clId="{41C0FEEC-9B27-42F3-A120-359305B31782}" dt="2026-03-12T08:58:04.688" v="426" actId="20577"/>
          <ac:spMkLst>
            <pc:docMk/>
            <pc:sldMk cId="4289158472" sldId="387"/>
            <ac:spMk id="5" creationId="{4455644F-77EE-83A5-6EC1-8AF7B802BE55}"/>
          </ac:spMkLst>
        </pc:spChg>
        <pc:graphicFrameChg chg="del">
          <ac:chgData name="Palak Gupta" userId="1310e8a3b4bb434f" providerId="LiveId" clId="{41C0FEEC-9B27-42F3-A120-359305B31782}" dt="2026-03-12T08:58:08.608" v="427" actId="478"/>
          <ac:graphicFrameMkLst>
            <pc:docMk/>
            <pc:sldMk cId="4289158472" sldId="387"/>
            <ac:graphicFrameMk id="2" creationId="{98E6D75D-9EF0-AF04-3D47-246B80BFBC45}"/>
          </ac:graphicFrameMkLst>
        </pc:graphicFrameChg>
        <pc:graphicFrameChg chg="add mod">
          <ac:chgData name="Palak Gupta" userId="1310e8a3b4bb434f" providerId="LiveId" clId="{41C0FEEC-9B27-42F3-A120-359305B31782}" dt="2026-03-12T08:58:09.623" v="428"/>
          <ac:graphicFrameMkLst>
            <pc:docMk/>
            <pc:sldMk cId="4289158472" sldId="387"/>
            <ac:graphicFrameMk id="3" creationId="{0B65EDE2-EC56-2259-1D5E-0473DF94C60F}"/>
          </ac:graphicFrameMkLst>
        </pc:graphicFrameChg>
      </pc:sldChg>
      <pc:sldChg chg="addSp delSp modSp mod">
        <pc:chgData name="Palak Gupta" userId="1310e8a3b4bb434f" providerId="LiveId" clId="{41C0FEEC-9B27-42F3-A120-359305B31782}" dt="2026-03-12T08:58:52.465" v="430"/>
        <pc:sldMkLst>
          <pc:docMk/>
          <pc:sldMk cId="1135147167" sldId="388"/>
        </pc:sldMkLst>
        <pc:spChg chg="mod">
          <ac:chgData name="Palak Gupta" userId="1310e8a3b4bb434f" providerId="LiveId" clId="{41C0FEEC-9B27-42F3-A120-359305B31782}" dt="2026-03-12T08:51:05.985" v="255"/>
          <ac:spMkLst>
            <pc:docMk/>
            <pc:sldMk cId="1135147167" sldId="388"/>
            <ac:spMk id="4" creationId="{F5CDF7E2-653D-D9F2-4BEB-286FD93D82C7}"/>
          </ac:spMkLst>
        </pc:spChg>
        <pc:graphicFrameChg chg="add mod">
          <ac:chgData name="Palak Gupta" userId="1310e8a3b4bb434f" providerId="LiveId" clId="{41C0FEEC-9B27-42F3-A120-359305B31782}" dt="2026-03-12T08:58:52.465" v="430"/>
          <ac:graphicFrameMkLst>
            <pc:docMk/>
            <pc:sldMk cId="1135147167" sldId="388"/>
            <ac:graphicFrameMk id="2" creationId="{1A5F5896-2602-43C4-8021-E3899AD04039}"/>
          </ac:graphicFrameMkLst>
        </pc:graphicFrameChg>
        <pc:graphicFrameChg chg="del mod">
          <ac:chgData name="Palak Gupta" userId="1310e8a3b4bb434f" providerId="LiveId" clId="{41C0FEEC-9B27-42F3-A120-359305B31782}" dt="2026-03-12T08:58:50.137" v="429" actId="478"/>
          <ac:graphicFrameMkLst>
            <pc:docMk/>
            <pc:sldMk cId="1135147167" sldId="388"/>
            <ac:graphicFrameMk id="3" creationId="{7296DB33-7CC9-56A7-A824-10F956B53880}"/>
          </ac:graphicFrameMkLst>
        </pc:graphicFrameChg>
      </pc:sldChg>
      <pc:sldChg chg="addSp delSp modSp mod">
        <pc:chgData name="Palak Gupta" userId="1310e8a3b4bb434f" providerId="LiveId" clId="{41C0FEEC-9B27-42F3-A120-359305B31782}" dt="2026-03-12T08:59:41.374" v="433"/>
        <pc:sldMkLst>
          <pc:docMk/>
          <pc:sldMk cId="2315894252" sldId="389"/>
        </pc:sldMkLst>
        <pc:spChg chg="mod">
          <ac:chgData name="Palak Gupta" userId="1310e8a3b4bb434f" providerId="LiveId" clId="{41C0FEEC-9B27-42F3-A120-359305B31782}" dt="2026-03-12T08:59:41.374" v="433"/>
          <ac:spMkLst>
            <pc:docMk/>
            <pc:sldMk cId="2315894252" sldId="389"/>
            <ac:spMk id="5" creationId="{9EA48664-331A-C85D-8C0C-67725CDEEAFA}"/>
          </ac:spMkLst>
        </pc:spChg>
        <pc:graphicFrameChg chg="del mod">
          <ac:chgData name="Palak Gupta" userId="1310e8a3b4bb434f" providerId="LiveId" clId="{41C0FEEC-9B27-42F3-A120-359305B31782}" dt="2026-03-12T08:59:30.926" v="431" actId="478"/>
          <ac:graphicFrameMkLst>
            <pc:docMk/>
            <pc:sldMk cId="2315894252" sldId="389"/>
            <ac:graphicFrameMk id="2" creationId="{C197E753-F01B-8408-5EED-3B1E7D8C64A2}"/>
          </ac:graphicFrameMkLst>
        </pc:graphicFrameChg>
        <pc:graphicFrameChg chg="add mod">
          <ac:chgData name="Palak Gupta" userId="1310e8a3b4bb434f" providerId="LiveId" clId="{41C0FEEC-9B27-42F3-A120-359305B31782}" dt="2026-03-12T08:59:32.329" v="432"/>
          <ac:graphicFrameMkLst>
            <pc:docMk/>
            <pc:sldMk cId="2315894252" sldId="389"/>
            <ac:graphicFrameMk id="3" creationId="{0EFECAE8-0192-B26C-928E-7EA3061544E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7635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7625e78053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01" name="Google Shape;401;g27625e78053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90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47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6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17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67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B83CC36F-1319-3139-8AD4-3BFCA55D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CCBD3EAF-6117-F580-0B4E-5EA4E8DDA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CFF64996-33DB-BA00-F81C-69504884C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460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F00789D-BD17-4543-E5E4-26C7739E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40E4BE68-AAA3-97A7-F2F5-47A16E04C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644D6EED-DD53-BE89-0937-0DE16BF12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012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815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7CA7C67-6383-F7BE-79DB-40C92E57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49D919FC-3B93-5B6A-CC41-42255FCC0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1FEAF640-7663-0FCD-AB76-356228116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950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7B5528C4-1159-2AEA-5E0F-A49290BF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84E81744-5050-88B7-81A9-52827B69D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207F925B-6C27-1E2F-2983-7BD192A75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752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D33CD5CA-B6B5-466B-41F5-101C5A7A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>
            <a:extLst>
              <a:ext uri="{FF2B5EF4-FFF2-40B4-BE49-F238E27FC236}">
                <a16:creationId xmlns:a16="http://schemas.microsoft.com/office/drawing/2014/main" id="{3E8F661B-CE26-2469-4EF7-84103D2F9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>
            <a:extLst>
              <a:ext uri="{FF2B5EF4-FFF2-40B4-BE49-F238E27FC236}">
                <a16:creationId xmlns:a16="http://schemas.microsoft.com/office/drawing/2014/main" id="{C240270C-144F-E380-496F-12318EDED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508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d6530f4b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0" name="Google Shape;280;g23d6530f4b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02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86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95" name="Google Shape;4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863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07" name="Google Shape;5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0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/>
          <p:nvPr/>
        </p:nvSpPr>
        <p:spPr>
          <a:xfrm rot="10800000" flipH="1">
            <a:off x="457200" y="809428"/>
            <a:ext cx="32763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25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5" name="Google Shape;45;p26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26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7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7" name="Google Shape;57;p27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2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Pre -Tes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24543" y="143088"/>
            <a:ext cx="83193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689491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28" descr="C:\Users\rajthilaks\Desktop\LogoPNG.png"/>
          <p:cNvPicPr preferRelativeResize="0"/>
          <p:nvPr/>
        </p:nvPicPr>
        <p:blipFill rotWithShape="1">
          <a:blip r:embed="rId3">
            <a:alphaModFix/>
          </a:blip>
          <a:srcRect b="23652"/>
          <a:stretch/>
        </p:blipFill>
        <p:spPr>
          <a:xfrm>
            <a:off x="8398669" y="139151"/>
            <a:ext cx="579129" cy="2364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" name="Google Shape;74;p28"/>
          <p:cNvGraphicFramePr/>
          <p:nvPr/>
        </p:nvGraphicFramePr>
        <p:xfrm>
          <a:off x="1317713" y="833000"/>
          <a:ext cx="6221200" cy="3742000"/>
        </p:xfrm>
        <a:graphic>
          <a:graphicData uri="http://schemas.openxmlformats.org/drawingml/2006/table">
            <a:tbl>
              <a:tblPr firstRow="1" bandRow="1">
                <a:noFill/>
                <a:tableStyleId>{51958573-18DD-4F4F-87A5-23D0A4D2D5AC}</a:tableStyleId>
              </a:tblPr>
              <a:tblGrid>
                <a:gridCol w="5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S.No.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Question 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Answer Options</a:t>
                      </a: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TITLE_1_1_1_1_1_1_1_1_1_1_1_1_1_2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8" name="Google Shape;78;p22"/>
          <p:cNvPicPr preferRelativeResize="0"/>
          <p:nvPr/>
        </p:nvPicPr>
        <p:blipFill rotWithShape="1">
          <a:blip r:embed="rId2">
            <a:alphaModFix/>
          </a:blip>
          <a:srcRect t="835" b="835"/>
          <a:stretch/>
        </p:blipFill>
        <p:spPr>
          <a:xfrm>
            <a:off x="7828161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22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82" name="Google Shape;82;p22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2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8" name="Google Shape;88;p29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3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>
  <p:cSld name="TITLE_1_1_1_1_1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3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0" name="Google Shape;110;p32"/>
          <p:cNvSpPr txBox="1"/>
          <p:nvPr/>
        </p:nvSpPr>
        <p:spPr>
          <a:xfrm>
            <a:off x="3423325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32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284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1" name="Google Shape;121;p33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33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4" name="Google Shape;124;p33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5" name="Google Shape;125;p33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7" name="Google Shape;127;p33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3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  For Internal use only      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34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8" name="Google Shape;138;p3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7625e78053_0_64"/>
          <p:cNvSpPr txBox="1"/>
          <p:nvPr/>
        </p:nvSpPr>
        <p:spPr>
          <a:xfrm>
            <a:off x="702325" y="1771000"/>
            <a:ext cx="6725400" cy="6636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SzPts val="4000"/>
            </a:pPr>
            <a:r>
              <a:rPr lang="en-IN" sz="400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Project work</a:t>
            </a:r>
            <a:endParaRPr lang="en-IN" sz="4000" dirty="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8762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Project Overview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Smart Course Management System</a:t>
            </a:r>
          </a:p>
          <a:p>
            <a:r>
              <a:rPr lang="en-US" b="1" dirty="0"/>
              <a:t>Project Overview</a:t>
            </a:r>
          </a:p>
          <a:p>
            <a:r>
              <a:rPr lang="en-US" dirty="0"/>
              <a:t>The </a:t>
            </a:r>
            <a:r>
              <a:rPr lang="en-US" b="1" dirty="0"/>
              <a:t>Smart Course System</a:t>
            </a:r>
            <a:r>
              <a:rPr lang="en-US" dirty="0"/>
              <a:t> allows Students to:</a:t>
            </a:r>
          </a:p>
          <a:p>
            <a:r>
              <a:rPr lang="en-US" dirty="0"/>
              <a:t>View available </a:t>
            </a:r>
            <a:r>
              <a:rPr lang="en-IN" dirty="0"/>
              <a:t>courses</a:t>
            </a:r>
          </a:p>
          <a:p>
            <a:r>
              <a:rPr lang="en-US" dirty="0"/>
              <a:t>Search </a:t>
            </a:r>
            <a:r>
              <a:rPr lang="en-IN" dirty="0"/>
              <a:t>courses</a:t>
            </a:r>
          </a:p>
          <a:p>
            <a:r>
              <a:rPr lang="en-US" dirty="0"/>
              <a:t>Enroll in </a:t>
            </a:r>
            <a:r>
              <a:rPr lang="en-IN" dirty="0"/>
              <a:t>courses</a:t>
            </a:r>
            <a:endParaRPr lang="en-US" dirty="0"/>
          </a:p>
          <a:p>
            <a:r>
              <a:rPr lang="en-US" dirty="0"/>
              <a:t>Drop enrolled courses</a:t>
            </a:r>
          </a:p>
          <a:p>
            <a:r>
              <a:rPr lang="en-US" dirty="0"/>
              <a:t>View enrollment </a:t>
            </a:r>
            <a:r>
              <a:rPr lang="en-IN" dirty="0"/>
              <a:t>courses</a:t>
            </a:r>
            <a:endParaRPr lang="en-US" dirty="0"/>
          </a:p>
          <a:p>
            <a:r>
              <a:rPr lang="en-US" dirty="0"/>
              <a:t>This project integrates </a:t>
            </a:r>
            <a:r>
              <a:rPr lang="en-US" b="1" dirty="0"/>
              <a:t>Frontend + Backend + Database</a:t>
            </a:r>
            <a:r>
              <a:rPr lang="en-US" dirty="0"/>
              <a:t> and demonstrates </a:t>
            </a:r>
            <a:r>
              <a:rPr lang="en-US" b="1" dirty="0"/>
              <a:t>modern JavaScript ES6 features and API integration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Frontend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JavaScript (ES6)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Fetch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Async/Await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88513-1B43-DA59-5D9D-E0A939FA5217}"/>
              </a:ext>
            </a:extLst>
          </p:cNvPr>
          <p:cNvSpPr txBox="1"/>
          <p:nvPr/>
        </p:nvSpPr>
        <p:spPr>
          <a:xfrm>
            <a:off x="2958353" y="329133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Backend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ASP.NET Core 9 or 10 Web API</a:t>
            </a:r>
          </a:p>
          <a:p>
            <a:r>
              <a:rPr lang="en-US" b="1" dirty="0"/>
              <a:t>Database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Server with 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387685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Project Objectives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Students will learn how to:</a:t>
            </a:r>
          </a:p>
          <a:p>
            <a:r>
              <a:rPr lang="en-IN" dirty="0"/>
              <a:t>Build a </a:t>
            </a:r>
            <a:r>
              <a:rPr lang="en-IN" b="1" dirty="0" err="1"/>
              <a:t>RESTful</a:t>
            </a:r>
            <a:r>
              <a:rPr lang="en-IN" b="1" dirty="0"/>
              <a:t> API</a:t>
            </a:r>
            <a:endParaRPr lang="en-IN" dirty="0"/>
          </a:p>
          <a:p>
            <a:r>
              <a:rPr lang="en-IN" dirty="0"/>
              <a:t>Connect </a:t>
            </a:r>
            <a:r>
              <a:rPr lang="en-IN" b="1" dirty="0"/>
              <a:t>JavaScript frontend to backend API</a:t>
            </a:r>
            <a:endParaRPr lang="en-IN" dirty="0"/>
          </a:p>
          <a:p>
            <a:r>
              <a:rPr lang="en-IN" dirty="0"/>
              <a:t>Perform </a:t>
            </a:r>
            <a:r>
              <a:rPr lang="en-IN" b="1" dirty="0"/>
              <a:t>CRUD operations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Entity Framework Core</a:t>
            </a:r>
            <a:endParaRPr lang="en-IN" dirty="0"/>
          </a:p>
          <a:p>
            <a:r>
              <a:rPr lang="en-IN" dirty="0"/>
              <a:t>Store and retrieve data from </a:t>
            </a:r>
            <a:r>
              <a:rPr lang="en-IN" b="1" dirty="0"/>
              <a:t>SQL Server</a:t>
            </a:r>
            <a:endParaRPr lang="en-IN" dirty="0"/>
          </a:p>
          <a:p>
            <a:r>
              <a:rPr lang="en-IN" dirty="0"/>
              <a:t>Build dynamic UI using </a:t>
            </a:r>
            <a:r>
              <a:rPr lang="en-IN" b="1" dirty="0"/>
              <a:t>DOM Manipulation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6E0B15-4913-B211-9F0E-E5F371403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44646"/>
              </p:ext>
            </p:extLst>
          </p:nvPr>
        </p:nvGraphicFramePr>
        <p:xfrm>
          <a:off x="728998" y="2657108"/>
          <a:ext cx="7886700" cy="21336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95218814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27702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Arrow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44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 file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map()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Rendering courses 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68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Searching courses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18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Async/Await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900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Template Literals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UI rendering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292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61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System Architecture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8582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Frontend (HTML + CSS + JS)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Fetch API (Async/Await)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ASP.NET Core Web API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Entity Framework Core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MS SQL Server</a:t>
            </a:r>
          </a:p>
        </p:txBody>
      </p:sp>
    </p:spTree>
    <p:extLst>
      <p:ext uri="{BB962C8B-B14F-4D97-AF65-F5344CB8AC3E}">
        <p14:creationId xmlns:p14="http://schemas.microsoft.com/office/powerpoint/2010/main" val="18579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Requirement Documentation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3501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FR1 – View Course </a:t>
            </a:r>
          </a:p>
          <a:p>
            <a:r>
              <a:rPr lang="en-US" b="1" dirty="0"/>
              <a:t>Description</a:t>
            </a:r>
          </a:p>
          <a:p>
            <a:r>
              <a:rPr lang="en-US" dirty="0"/>
              <a:t>Students can view all courses available in the system.</a:t>
            </a:r>
          </a:p>
          <a:p>
            <a:r>
              <a:rPr lang="en-US" b="1" dirty="0"/>
              <a:t>Input</a:t>
            </a:r>
          </a:p>
          <a:p>
            <a:r>
              <a:rPr lang="en-US" dirty="0"/>
              <a:t>None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retrieves course records from the database using Web API.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List of courses displayed on the webpage.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744" y="1009448"/>
            <a:ext cx="35019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FR2 – Search </a:t>
            </a:r>
            <a:r>
              <a:rPr lang="en-IN" b="1" dirty="0"/>
              <a:t>Courses</a:t>
            </a:r>
          </a:p>
          <a:p>
            <a:r>
              <a:rPr lang="en-US" b="1" dirty="0"/>
              <a:t>Description</a:t>
            </a:r>
          </a:p>
          <a:p>
            <a:r>
              <a:rPr lang="en-US" dirty="0"/>
              <a:t>Students can search courses by course name or department.</a:t>
            </a:r>
          </a:p>
          <a:p>
            <a:r>
              <a:rPr lang="en-US" b="1" dirty="0"/>
              <a:t>Input</a:t>
            </a:r>
          </a:p>
          <a:p>
            <a:r>
              <a:rPr lang="en-US" dirty="0"/>
              <a:t>Search keyword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filters </a:t>
            </a:r>
            <a:r>
              <a:rPr lang="en-IN" dirty="0"/>
              <a:t>courses </a:t>
            </a:r>
            <a:r>
              <a:rPr lang="en-US" dirty="0"/>
              <a:t>using JavaScript filter().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Matching </a:t>
            </a:r>
            <a:r>
              <a:rPr lang="en-IN" dirty="0"/>
              <a:t>courses</a:t>
            </a:r>
            <a:r>
              <a:rPr lang="en-US" dirty="0"/>
              <a:t> are displayed.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8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Requirement Documentation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81000" y="1056670"/>
            <a:ext cx="35019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FR3 – Add New </a:t>
            </a:r>
            <a:r>
              <a:rPr lang="en-IN" b="1" dirty="0"/>
              <a:t>Course</a:t>
            </a:r>
            <a:r>
              <a:rPr lang="en-US" b="1" dirty="0"/>
              <a:t> (Admin)</a:t>
            </a:r>
          </a:p>
          <a:p>
            <a:r>
              <a:rPr lang="en-US" b="1" dirty="0"/>
              <a:t>Description</a:t>
            </a:r>
          </a:p>
          <a:p>
            <a:r>
              <a:rPr lang="en-US" dirty="0"/>
              <a:t>Admin can add a new course to the system.</a:t>
            </a:r>
          </a:p>
          <a:p>
            <a:r>
              <a:rPr lang="en-US" b="1" dirty="0"/>
              <a:t>Input</a:t>
            </a:r>
          </a:p>
          <a:p>
            <a:r>
              <a:rPr lang="en-IN" dirty="0"/>
              <a:t>Course Name</a:t>
            </a:r>
            <a:endParaRPr lang="en-US" dirty="0"/>
          </a:p>
          <a:p>
            <a:r>
              <a:rPr lang="en-IN" dirty="0"/>
              <a:t>Department</a:t>
            </a:r>
          </a:p>
          <a:p>
            <a:r>
              <a:rPr lang="en-IN" dirty="0"/>
              <a:t>Course Credits</a:t>
            </a:r>
            <a:endParaRPr lang="en-US" dirty="0"/>
          </a:p>
          <a:p>
            <a:r>
              <a:rPr lang="en-US" b="1" dirty="0"/>
              <a:t>Process</a:t>
            </a:r>
          </a:p>
          <a:p>
            <a:r>
              <a:rPr lang="en-US" dirty="0"/>
              <a:t>Data is sent to Web API using HTTP POST.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Course record is saved in MS SQL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744" y="1009448"/>
            <a:ext cx="35019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FR4 – Update Course Details</a:t>
            </a:r>
          </a:p>
          <a:p>
            <a:r>
              <a:rPr lang="en-IN" b="1" dirty="0"/>
              <a:t>Description</a:t>
            </a:r>
          </a:p>
          <a:p>
            <a:r>
              <a:rPr lang="en-IN" dirty="0"/>
              <a:t>Admin can update course information.</a:t>
            </a:r>
          </a:p>
          <a:p>
            <a:r>
              <a:rPr lang="en-IN" b="1" dirty="0"/>
              <a:t>Input</a:t>
            </a:r>
          </a:p>
          <a:p>
            <a:r>
              <a:rPr lang="en-IN" dirty="0"/>
              <a:t>Course ID</a:t>
            </a:r>
          </a:p>
          <a:p>
            <a:r>
              <a:rPr lang="en-IN" dirty="0"/>
              <a:t>Updated course details</a:t>
            </a:r>
          </a:p>
          <a:p>
            <a:r>
              <a:rPr lang="en-IN" b="1" dirty="0"/>
              <a:t>Process</a:t>
            </a:r>
          </a:p>
          <a:p>
            <a:r>
              <a:rPr lang="en-IN" dirty="0"/>
              <a:t>Web API updates the record using Entity Framework.</a:t>
            </a:r>
          </a:p>
          <a:p>
            <a:r>
              <a:rPr lang="en-IN" b="1" dirty="0"/>
              <a:t>Output</a:t>
            </a:r>
          </a:p>
          <a:p>
            <a:r>
              <a:rPr lang="en-IN" dirty="0"/>
              <a:t>Updated course information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6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70B0615-3C5D-5E05-65C6-D6CA52E1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767621DC-C5CD-0F6C-6D93-56001EDDA3A0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Requirement Documentation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62699-4156-9C40-74BE-850F7C4D97DC}"/>
              </a:ext>
            </a:extLst>
          </p:cNvPr>
          <p:cNvSpPr/>
          <p:nvPr/>
        </p:nvSpPr>
        <p:spPr>
          <a:xfrm>
            <a:off x="381000" y="1056670"/>
            <a:ext cx="35019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FR5 – Delete Course</a:t>
            </a:r>
          </a:p>
          <a:p>
            <a:r>
              <a:rPr lang="en-US" b="1" dirty="0"/>
              <a:t>Description</a:t>
            </a:r>
          </a:p>
          <a:p>
            <a:r>
              <a:rPr lang="en-US" dirty="0"/>
              <a:t>Admin can remove Courses from the system.</a:t>
            </a:r>
          </a:p>
          <a:p>
            <a:r>
              <a:rPr lang="en-US" b="1" dirty="0"/>
              <a:t>Input</a:t>
            </a:r>
          </a:p>
          <a:p>
            <a:r>
              <a:rPr lang="en-US" dirty="0"/>
              <a:t>Course ID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sends DELETE request to API.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Course record removed from database.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9783A5-0234-40BF-DF5C-8C88F9F8642C}"/>
              </a:ext>
            </a:extLst>
          </p:cNvPr>
          <p:cNvSpPr/>
          <p:nvPr/>
        </p:nvSpPr>
        <p:spPr>
          <a:xfrm>
            <a:off x="4377744" y="1009448"/>
            <a:ext cx="35019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FR6 – Enroll in Course</a:t>
            </a:r>
          </a:p>
          <a:p>
            <a:r>
              <a:rPr lang="en-US" b="1" dirty="0"/>
              <a:t>Description</a:t>
            </a:r>
          </a:p>
          <a:p>
            <a:r>
              <a:rPr lang="en-US" dirty="0"/>
              <a:t>Students can enroll in available Courses.</a:t>
            </a:r>
          </a:p>
          <a:p>
            <a:r>
              <a:rPr lang="en-US" b="1" dirty="0"/>
              <a:t>Input</a:t>
            </a:r>
          </a:p>
          <a:p>
            <a:r>
              <a:rPr lang="en-US" dirty="0"/>
              <a:t>Course ID</a:t>
            </a:r>
          </a:p>
          <a:p>
            <a:r>
              <a:rPr lang="en-US" dirty="0"/>
              <a:t>Student name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checks course availability</a:t>
            </a:r>
          </a:p>
          <a:p>
            <a:r>
              <a:rPr lang="en-US" dirty="0"/>
              <a:t>Student enrollment record stored in database</a:t>
            </a:r>
          </a:p>
          <a:p>
            <a:r>
              <a:rPr lang="en-IN" dirty="0"/>
              <a:t>Course seat count updated</a:t>
            </a:r>
          </a:p>
          <a:p>
            <a:r>
              <a:rPr lang="en-US" b="1" dirty="0"/>
              <a:t>Output</a:t>
            </a:r>
          </a:p>
          <a:p>
            <a:r>
              <a:rPr lang="en-IN" dirty="0"/>
              <a:t>Course </a:t>
            </a:r>
            <a:r>
              <a:rPr lang="en-IN" dirty="0" err="1"/>
              <a:t>enrollment</a:t>
            </a:r>
            <a:r>
              <a:rPr lang="en-IN" dirty="0"/>
              <a:t> successfully recorded.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29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86763B8C-299F-FF99-844A-C134C089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E4729C58-65B2-3E18-9595-F0D2536C05AA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Functional Requirement Documentation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75E7CF-0F9F-1227-F103-C655C8360D1D}"/>
              </a:ext>
            </a:extLst>
          </p:cNvPr>
          <p:cNvSpPr/>
          <p:nvPr/>
        </p:nvSpPr>
        <p:spPr>
          <a:xfrm>
            <a:off x="381000" y="1056670"/>
            <a:ext cx="3501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FR7 – Drop Course</a:t>
            </a:r>
          </a:p>
          <a:p>
            <a:r>
              <a:rPr lang="en-US" dirty="0"/>
              <a:t>Students can drop enrolled courses.</a:t>
            </a:r>
          </a:p>
          <a:p>
            <a:r>
              <a:rPr lang="en-US" b="1" dirty="0"/>
              <a:t>Input</a:t>
            </a:r>
          </a:p>
          <a:p>
            <a:r>
              <a:rPr lang="en-US" dirty="0"/>
              <a:t>Course ID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updates course seat availability and removes enrollment record from database.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Course marked as available for others.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47EB1-C898-8888-AB21-2C60B76D9865}"/>
              </a:ext>
            </a:extLst>
          </p:cNvPr>
          <p:cNvSpPr/>
          <p:nvPr/>
        </p:nvSpPr>
        <p:spPr>
          <a:xfrm>
            <a:off x="4377744" y="1009448"/>
            <a:ext cx="350198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FR8 – </a:t>
            </a:r>
            <a:r>
              <a:rPr lang="en-IN" b="1" dirty="0"/>
              <a:t>View Enrollment History</a:t>
            </a:r>
            <a:endParaRPr lang="en-US" b="1" dirty="0"/>
          </a:p>
          <a:p>
            <a:r>
              <a:rPr lang="en-US" b="1" dirty="0"/>
              <a:t>Description</a:t>
            </a:r>
          </a:p>
          <a:p>
            <a:r>
              <a:rPr lang="en-US" dirty="0"/>
              <a:t>Admin can view history of course enrollments.</a:t>
            </a:r>
            <a:endParaRPr lang="en-US" b="1" dirty="0"/>
          </a:p>
          <a:p>
            <a:r>
              <a:rPr lang="en-US" b="1" dirty="0"/>
              <a:t>Input</a:t>
            </a:r>
          </a:p>
          <a:p>
            <a:r>
              <a:rPr lang="en-US" dirty="0"/>
              <a:t>None</a:t>
            </a:r>
          </a:p>
          <a:p>
            <a:r>
              <a:rPr lang="en-US" b="1" dirty="0"/>
              <a:t>Process</a:t>
            </a:r>
          </a:p>
          <a:p>
            <a:r>
              <a:rPr lang="en-US" dirty="0"/>
              <a:t>System retrieves enrollment records from database.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List of enrolled courses with student details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39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Design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A33F13-E717-4EE5-2DA1-41F8DC7B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378462"/>
            <a:ext cx="31983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Stores student information.</a:t>
            </a: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9379A8-5BBA-459B-3644-DC57191F1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917812"/>
              </p:ext>
            </p:extLst>
          </p:nvPr>
        </p:nvGraphicFramePr>
        <p:xfrm>
          <a:off x="628650" y="2086769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107064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0155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4023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666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StudentId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student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7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6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9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Contact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49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Admin /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87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D2D35E17-103D-9585-2B79-3A4EA55B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52885B04-FE05-E184-B536-637ECCF90495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Design</a:t>
            </a:r>
            <a:endParaRPr lang="en-IN" sz="24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55644F-77EE-83A5-6EC1-8AF7B802B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22410"/>
            <a:ext cx="30315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Course department.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65EDE2-EC56-2259-1D5E-0473DF94C60F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543969"/>
          <a:ext cx="7886700" cy="914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699441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4597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3540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32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66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Department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921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15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389C98FE-A48F-2860-B7D4-A140C3E8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8A663622-CE65-A801-7F0F-CB90E34A2ACD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Design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CDF7E2-653D-D9F2-4BEB-286FD93D8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272400"/>
            <a:ext cx="24545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Course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5F5896-2602-43C4-8021-E3899AD04039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086769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464845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780645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6001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06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course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16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VARCHAR(200)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982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01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credit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21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SeatsAvailable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Course seat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19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147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D444D874-4FD4-5D03-8F30-3F1EDE13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>
            <a:extLst>
              <a:ext uri="{FF2B5EF4-FFF2-40B4-BE49-F238E27FC236}">
                <a16:creationId xmlns:a16="http://schemas.microsoft.com/office/drawing/2014/main" id="{548AFB54-5309-0CE9-801A-E2E7AB81F92B}"/>
              </a:ext>
            </a:extLst>
          </p:cNvPr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Design</a:t>
            </a:r>
            <a:endParaRPr lang="en-IN" sz="24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A48664-331A-C85D-8C0C-67725CDEE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459144"/>
            <a:ext cx="4121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800" dirty="0"/>
              <a:t>Stores course </a:t>
            </a:r>
            <a:r>
              <a:rPr lang="en-IN" sz="1800" dirty="0" err="1"/>
              <a:t>enrollment</a:t>
            </a:r>
            <a:r>
              <a:rPr lang="en-IN" sz="1800" dirty="0"/>
              <a:t> transactions.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FECAE8-0192-B26C-928E-7EA3061544E8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086769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5281260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092463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4797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79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Enrollment record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05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Enrolled 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81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81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Enrollment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2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Course drop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594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89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d6530f4b9_0_82"/>
          <p:cNvSpPr txBox="1"/>
          <p:nvPr/>
        </p:nvSpPr>
        <p:spPr>
          <a:xfrm>
            <a:off x="381000" y="321000"/>
            <a:ext cx="5583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400" dirty="0"/>
              <a:t>Database Security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21B8A-80D2-EAA5-2849-1033182A7ED8}"/>
              </a:ext>
            </a:extLst>
          </p:cNvPr>
          <p:cNvSpPr txBox="1"/>
          <p:nvPr/>
        </p:nvSpPr>
        <p:spPr>
          <a:xfrm>
            <a:off x="468406" y="1234085"/>
            <a:ext cx="6477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Security measures include: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Role-based access (Admin / </a:t>
            </a:r>
            <a:r>
              <a:rPr lang="en-IN" dirty="0"/>
              <a:t>Student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Parameterized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01237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/>
          <p:nvPr/>
        </p:nvSpPr>
        <p:spPr>
          <a:xfrm>
            <a:off x="226925" y="151275"/>
            <a:ext cx="49620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Check Your Understanding 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0" name="Google Shape;490;p10"/>
          <p:cNvSpPr/>
          <p:nvPr/>
        </p:nvSpPr>
        <p:spPr>
          <a:xfrm rot="10800000" flipH="1">
            <a:off x="305900" y="627875"/>
            <a:ext cx="3763500" cy="1044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1" name="Google Shape;491;p10" descr="check sign - Clip Art Librar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5597" y="1075321"/>
            <a:ext cx="1768724" cy="17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"/>
          <p:cNvSpPr txBox="1"/>
          <p:nvPr/>
        </p:nvSpPr>
        <p:spPr>
          <a:xfrm>
            <a:off x="394950" y="223550"/>
            <a:ext cx="4442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23F4F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 &amp; Answer</a:t>
            </a:r>
            <a:endParaRPr sz="2400" b="1" i="0" u="none" strike="noStrike" cap="none">
              <a:solidFill>
                <a:srgbClr val="323F4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8" name="Google Shape;4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175" y="940450"/>
            <a:ext cx="4832175" cy="33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/>
              <a:t>Benhar Charles Velankanni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  <MediaLengthInSeconds xmlns="9f6ad64a-8b6b-48eb-ae60-12a54eda0ca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5DA012-BBE1-41E3-B821-9BF2DDCA65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8A4D05-2C6B-4E3D-ACBF-D0F4E11F0DD3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dcmitype/"/>
    <ds:schemaRef ds:uri="70328ee1-d215-47f2-9f94-e66745c0848f"/>
    <ds:schemaRef ds:uri="9f6ad64a-8b6b-48eb-ae60-12a54eda0ca9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CFC267C-DE1B-4101-8C28-4BADF6AAF7D3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17971</TotalTime>
  <Words>658</Words>
  <Application>Microsoft Office PowerPoint</Application>
  <PresentationFormat>On-screen Show (16:9)</PresentationFormat>
  <Paragraphs>216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Proxima Nova</vt:lpstr>
      <vt:lpstr>Arial</vt:lpstr>
      <vt:lpstr>Calibri</vt:lpstr>
      <vt:lpstr>Proxima Nova Semibold</vt:lpstr>
      <vt:lpstr>Relevantz - Internal Slide Template</vt:lpstr>
      <vt:lpstr>Relevantz - Internal Slide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 V</dc:creator>
  <cp:lastModifiedBy>Palak Gupta</cp:lastModifiedBy>
  <cp:revision>30</cp:revision>
  <dcterms:modified xsi:type="dcterms:W3CDTF">2026-03-12T09:03:09Z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391700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2025-06-04T11:23:41Z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fe66d7b1-c17e-4ba8-a08d-2e146117dc7e</vt:lpwstr>
  </property>
  <property fmtid="{D5CDD505-2E9C-101B-9397-08002B2CF9AE}" pid="15" name="MSIP_Label_defa4170-0d19-0005-0004-bc88714345d2_ActionId">
    <vt:lpwstr>db0fe4a2-2236-45c4-9210-9d9cc71c4f5d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10, 3, 0, 2</vt:lpwstr>
  </property>
</Properties>
</file>